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71" r:id="rId9"/>
    <p:sldId id="264" r:id="rId10"/>
    <p:sldId id="265" r:id="rId11"/>
    <p:sldId id="266" r:id="rId12"/>
    <p:sldId id="267" r:id="rId13"/>
    <p:sldId id="268" r:id="rId14"/>
    <p:sldId id="269" r:id="rId15"/>
    <p:sldId id="270" r:id="rId16"/>
    <p:sldId id="272"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94660"/>
  </p:normalViewPr>
  <p:slideViewPr>
    <p:cSldViewPr snapToGrid="0">
      <p:cViewPr varScale="1">
        <p:scale>
          <a:sx n="68" d="100"/>
          <a:sy n="68" d="100"/>
        </p:scale>
        <p:origin x="816"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84EC4C-61CA-DB0F-0ADC-AD1F2598F17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E66055D-1B17-C487-1A38-04623DE57B6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A2C6E752-14C6-FDE6-F96C-A311997DB855}"/>
              </a:ext>
            </a:extLst>
          </p:cNvPr>
          <p:cNvSpPr>
            <a:spLocks noGrp="1"/>
          </p:cNvSpPr>
          <p:nvPr>
            <p:ph type="dt" sz="half" idx="10"/>
          </p:nvPr>
        </p:nvSpPr>
        <p:spPr/>
        <p:txBody>
          <a:bodyPr/>
          <a:lstStyle/>
          <a:p>
            <a:fld id="{14FE8961-CF2B-44F2-B6D4-2F81A7465EBA}" type="datetimeFigureOut">
              <a:rPr lang="en-US" smtClean="0"/>
              <a:t>10/13/2025</a:t>
            </a:fld>
            <a:endParaRPr lang="en-US"/>
          </a:p>
        </p:txBody>
      </p:sp>
      <p:sp>
        <p:nvSpPr>
          <p:cNvPr id="5" name="Footer Placeholder 4">
            <a:extLst>
              <a:ext uri="{FF2B5EF4-FFF2-40B4-BE49-F238E27FC236}">
                <a16:creationId xmlns:a16="http://schemas.microsoft.com/office/drawing/2014/main" id="{0DFCE926-C736-579D-00AA-CA8AB26FBCC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9ABB722-5B24-2096-5F10-EA3FADF02DB1}"/>
              </a:ext>
            </a:extLst>
          </p:cNvPr>
          <p:cNvSpPr>
            <a:spLocks noGrp="1"/>
          </p:cNvSpPr>
          <p:nvPr>
            <p:ph type="sldNum" sz="quarter" idx="12"/>
          </p:nvPr>
        </p:nvSpPr>
        <p:spPr/>
        <p:txBody>
          <a:bodyPr/>
          <a:lstStyle/>
          <a:p>
            <a:fld id="{50838F59-8FA6-4CAE-8CFF-F6F8F5845D25}" type="slidenum">
              <a:rPr lang="en-US" smtClean="0"/>
              <a:t>‹#›</a:t>
            </a:fld>
            <a:endParaRPr lang="en-US"/>
          </a:p>
        </p:txBody>
      </p:sp>
    </p:spTree>
    <p:extLst>
      <p:ext uri="{BB962C8B-B14F-4D97-AF65-F5344CB8AC3E}">
        <p14:creationId xmlns:p14="http://schemas.microsoft.com/office/powerpoint/2010/main" val="130541364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C13C3C-A616-F478-07C7-FED2BE3A040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F456F3B-828D-D247-B585-2A9265429F3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61FBD8B-0AC0-0A54-2652-61F3EBAC4E0E}"/>
              </a:ext>
            </a:extLst>
          </p:cNvPr>
          <p:cNvSpPr>
            <a:spLocks noGrp="1"/>
          </p:cNvSpPr>
          <p:nvPr>
            <p:ph type="dt" sz="half" idx="10"/>
          </p:nvPr>
        </p:nvSpPr>
        <p:spPr/>
        <p:txBody>
          <a:bodyPr/>
          <a:lstStyle/>
          <a:p>
            <a:fld id="{14FE8961-CF2B-44F2-B6D4-2F81A7465EBA}" type="datetimeFigureOut">
              <a:rPr lang="en-US" smtClean="0"/>
              <a:t>10/13/2025</a:t>
            </a:fld>
            <a:endParaRPr lang="en-US"/>
          </a:p>
        </p:txBody>
      </p:sp>
      <p:sp>
        <p:nvSpPr>
          <p:cNvPr id="5" name="Footer Placeholder 4">
            <a:extLst>
              <a:ext uri="{FF2B5EF4-FFF2-40B4-BE49-F238E27FC236}">
                <a16:creationId xmlns:a16="http://schemas.microsoft.com/office/drawing/2014/main" id="{AA50AF27-D9D5-0C44-023A-033ACDDA99D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CB0513A-203E-C5A8-27C9-B24EABE5E8D7}"/>
              </a:ext>
            </a:extLst>
          </p:cNvPr>
          <p:cNvSpPr>
            <a:spLocks noGrp="1"/>
          </p:cNvSpPr>
          <p:nvPr>
            <p:ph type="sldNum" sz="quarter" idx="12"/>
          </p:nvPr>
        </p:nvSpPr>
        <p:spPr/>
        <p:txBody>
          <a:bodyPr/>
          <a:lstStyle/>
          <a:p>
            <a:fld id="{50838F59-8FA6-4CAE-8CFF-F6F8F5845D25}" type="slidenum">
              <a:rPr lang="en-US" smtClean="0"/>
              <a:t>‹#›</a:t>
            </a:fld>
            <a:endParaRPr lang="en-US"/>
          </a:p>
        </p:txBody>
      </p:sp>
    </p:spTree>
    <p:extLst>
      <p:ext uri="{BB962C8B-B14F-4D97-AF65-F5344CB8AC3E}">
        <p14:creationId xmlns:p14="http://schemas.microsoft.com/office/powerpoint/2010/main" val="7772452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BD43F7-B29F-5E45-59EF-3315670F5F6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C9E19A3-830E-B169-779F-AF9128293CA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CD4F1AD-38A4-3008-2C7A-E9ED094F40E3}"/>
              </a:ext>
            </a:extLst>
          </p:cNvPr>
          <p:cNvSpPr>
            <a:spLocks noGrp="1"/>
          </p:cNvSpPr>
          <p:nvPr>
            <p:ph type="dt" sz="half" idx="10"/>
          </p:nvPr>
        </p:nvSpPr>
        <p:spPr/>
        <p:txBody>
          <a:bodyPr/>
          <a:lstStyle/>
          <a:p>
            <a:fld id="{14FE8961-CF2B-44F2-B6D4-2F81A7465EBA}" type="datetimeFigureOut">
              <a:rPr lang="en-US" smtClean="0"/>
              <a:t>10/13/2025</a:t>
            </a:fld>
            <a:endParaRPr lang="en-US"/>
          </a:p>
        </p:txBody>
      </p:sp>
      <p:sp>
        <p:nvSpPr>
          <p:cNvPr id="5" name="Footer Placeholder 4">
            <a:extLst>
              <a:ext uri="{FF2B5EF4-FFF2-40B4-BE49-F238E27FC236}">
                <a16:creationId xmlns:a16="http://schemas.microsoft.com/office/drawing/2014/main" id="{F0E9F52C-D7AE-4334-8F86-2B0E3AD965A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851DAB0-154A-EAF4-2DC3-0C84A332183D}"/>
              </a:ext>
            </a:extLst>
          </p:cNvPr>
          <p:cNvSpPr>
            <a:spLocks noGrp="1"/>
          </p:cNvSpPr>
          <p:nvPr>
            <p:ph type="sldNum" sz="quarter" idx="12"/>
          </p:nvPr>
        </p:nvSpPr>
        <p:spPr/>
        <p:txBody>
          <a:bodyPr/>
          <a:lstStyle/>
          <a:p>
            <a:fld id="{50838F59-8FA6-4CAE-8CFF-F6F8F5845D25}" type="slidenum">
              <a:rPr lang="en-US" smtClean="0"/>
              <a:t>‹#›</a:t>
            </a:fld>
            <a:endParaRPr lang="en-US"/>
          </a:p>
        </p:txBody>
      </p:sp>
    </p:spTree>
    <p:extLst>
      <p:ext uri="{BB962C8B-B14F-4D97-AF65-F5344CB8AC3E}">
        <p14:creationId xmlns:p14="http://schemas.microsoft.com/office/powerpoint/2010/main" val="14479151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AE9ADE-BC51-2203-63D2-045C23258AA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28DE79F-776A-31C1-865E-D2F8DDCEC65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0BF5420-332B-539E-0752-F8ECD46BE38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1A08D67-A9E9-5DAD-ABBF-DD8B3D140FA6}"/>
              </a:ext>
            </a:extLst>
          </p:cNvPr>
          <p:cNvSpPr>
            <a:spLocks noGrp="1"/>
          </p:cNvSpPr>
          <p:nvPr>
            <p:ph type="dt" sz="half" idx="10"/>
          </p:nvPr>
        </p:nvSpPr>
        <p:spPr/>
        <p:txBody>
          <a:bodyPr/>
          <a:lstStyle/>
          <a:p>
            <a:fld id="{14FE8961-CF2B-44F2-B6D4-2F81A7465EBA}" type="datetimeFigureOut">
              <a:rPr lang="en-US" smtClean="0"/>
              <a:t>10/13/2025</a:t>
            </a:fld>
            <a:endParaRPr lang="en-US"/>
          </a:p>
        </p:txBody>
      </p:sp>
      <p:sp>
        <p:nvSpPr>
          <p:cNvPr id="6" name="Footer Placeholder 5">
            <a:extLst>
              <a:ext uri="{FF2B5EF4-FFF2-40B4-BE49-F238E27FC236}">
                <a16:creationId xmlns:a16="http://schemas.microsoft.com/office/drawing/2014/main" id="{650E04F5-FFA1-2384-B667-0D03B86C5A4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4C87FFA-7F5D-8E04-FB0A-FFCECC16FB24}"/>
              </a:ext>
            </a:extLst>
          </p:cNvPr>
          <p:cNvSpPr>
            <a:spLocks noGrp="1"/>
          </p:cNvSpPr>
          <p:nvPr>
            <p:ph type="sldNum" sz="quarter" idx="12"/>
          </p:nvPr>
        </p:nvSpPr>
        <p:spPr/>
        <p:txBody>
          <a:bodyPr/>
          <a:lstStyle/>
          <a:p>
            <a:fld id="{50838F59-8FA6-4CAE-8CFF-F6F8F5845D25}" type="slidenum">
              <a:rPr lang="en-US" smtClean="0"/>
              <a:t>‹#›</a:t>
            </a:fld>
            <a:endParaRPr lang="en-US"/>
          </a:p>
        </p:txBody>
      </p:sp>
    </p:spTree>
    <p:extLst>
      <p:ext uri="{BB962C8B-B14F-4D97-AF65-F5344CB8AC3E}">
        <p14:creationId xmlns:p14="http://schemas.microsoft.com/office/powerpoint/2010/main" val="12845837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D6EF10-7B5E-93DC-04BA-824E44F824B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D7D23C2-93EB-8656-D395-3355590CF9E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05EAF93-314D-D3A1-D0F5-694EF9EB21A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D39120C-4CB3-D4B1-D0D2-B68242B4463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DE124B1-FC59-01B8-09B8-66D5EAE2B5C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AA3D503-5ECD-60AB-6184-81A0AE964592}"/>
              </a:ext>
            </a:extLst>
          </p:cNvPr>
          <p:cNvSpPr>
            <a:spLocks noGrp="1"/>
          </p:cNvSpPr>
          <p:nvPr>
            <p:ph type="dt" sz="half" idx="10"/>
          </p:nvPr>
        </p:nvSpPr>
        <p:spPr/>
        <p:txBody>
          <a:bodyPr/>
          <a:lstStyle/>
          <a:p>
            <a:fld id="{14FE8961-CF2B-44F2-B6D4-2F81A7465EBA}" type="datetimeFigureOut">
              <a:rPr lang="en-US" smtClean="0"/>
              <a:t>10/13/2025</a:t>
            </a:fld>
            <a:endParaRPr lang="en-US"/>
          </a:p>
        </p:txBody>
      </p:sp>
      <p:sp>
        <p:nvSpPr>
          <p:cNvPr id="8" name="Footer Placeholder 7">
            <a:extLst>
              <a:ext uri="{FF2B5EF4-FFF2-40B4-BE49-F238E27FC236}">
                <a16:creationId xmlns:a16="http://schemas.microsoft.com/office/drawing/2014/main" id="{01B51BF5-7E59-B8C6-A248-15805D9C15E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DAE954A-A11A-4F1F-3378-0D957262842F}"/>
              </a:ext>
            </a:extLst>
          </p:cNvPr>
          <p:cNvSpPr>
            <a:spLocks noGrp="1"/>
          </p:cNvSpPr>
          <p:nvPr>
            <p:ph type="sldNum" sz="quarter" idx="12"/>
          </p:nvPr>
        </p:nvSpPr>
        <p:spPr/>
        <p:txBody>
          <a:bodyPr/>
          <a:lstStyle/>
          <a:p>
            <a:fld id="{50838F59-8FA6-4CAE-8CFF-F6F8F5845D25}" type="slidenum">
              <a:rPr lang="en-US" smtClean="0"/>
              <a:t>‹#›</a:t>
            </a:fld>
            <a:endParaRPr lang="en-US"/>
          </a:p>
        </p:txBody>
      </p:sp>
    </p:spTree>
    <p:extLst>
      <p:ext uri="{BB962C8B-B14F-4D97-AF65-F5344CB8AC3E}">
        <p14:creationId xmlns:p14="http://schemas.microsoft.com/office/powerpoint/2010/main" val="35873117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72D413-6961-B66F-9095-6C6DAF7D12C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9049DEC-185E-5DC8-33D5-0FF87076A16B}"/>
              </a:ext>
            </a:extLst>
          </p:cNvPr>
          <p:cNvSpPr>
            <a:spLocks noGrp="1"/>
          </p:cNvSpPr>
          <p:nvPr>
            <p:ph type="dt" sz="half" idx="10"/>
          </p:nvPr>
        </p:nvSpPr>
        <p:spPr/>
        <p:txBody>
          <a:bodyPr/>
          <a:lstStyle/>
          <a:p>
            <a:fld id="{14FE8961-CF2B-44F2-B6D4-2F81A7465EBA}" type="datetimeFigureOut">
              <a:rPr lang="en-US" smtClean="0"/>
              <a:t>10/13/2025</a:t>
            </a:fld>
            <a:endParaRPr lang="en-US"/>
          </a:p>
        </p:txBody>
      </p:sp>
      <p:sp>
        <p:nvSpPr>
          <p:cNvPr id="4" name="Footer Placeholder 3">
            <a:extLst>
              <a:ext uri="{FF2B5EF4-FFF2-40B4-BE49-F238E27FC236}">
                <a16:creationId xmlns:a16="http://schemas.microsoft.com/office/drawing/2014/main" id="{46904747-C20A-4DD4-79A1-3F6CFCA95D5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4C3DDBD-8578-4DF5-BF59-2D3D0D91BE69}"/>
              </a:ext>
            </a:extLst>
          </p:cNvPr>
          <p:cNvSpPr>
            <a:spLocks noGrp="1"/>
          </p:cNvSpPr>
          <p:nvPr>
            <p:ph type="sldNum" sz="quarter" idx="12"/>
          </p:nvPr>
        </p:nvSpPr>
        <p:spPr/>
        <p:txBody>
          <a:bodyPr/>
          <a:lstStyle/>
          <a:p>
            <a:fld id="{50838F59-8FA6-4CAE-8CFF-F6F8F5845D25}" type="slidenum">
              <a:rPr lang="en-US" smtClean="0"/>
              <a:t>‹#›</a:t>
            </a:fld>
            <a:endParaRPr lang="en-US"/>
          </a:p>
        </p:txBody>
      </p:sp>
    </p:spTree>
    <p:extLst>
      <p:ext uri="{BB962C8B-B14F-4D97-AF65-F5344CB8AC3E}">
        <p14:creationId xmlns:p14="http://schemas.microsoft.com/office/powerpoint/2010/main" val="7667977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AD885CE-966D-C39C-0EBA-788EDFD95F0A}"/>
              </a:ext>
            </a:extLst>
          </p:cNvPr>
          <p:cNvSpPr>
            <a:spLocks noGrp="1"/>
          </p:cNvSpPr>
          <p:nvPr>
            <p:ph type="dt" sz="half" idx="10"/>
          </p:nvPr>
        </p:nvSpPr>
        <p:spPr/>
        <p:txBody>
          <a:bodyPr/>
          <a:lstStyle/>
          <a:p>
            <a:fld id="{14FE8961-CF2B-44F2-B6D4-2F81A7465EBA}" type="datetimeFigureOut">
              <a:rPr lang="en-US" smtClean="0"/>
              <a:t>10/13/2025</a:t>
            </a:fld>
            <a:endParaRPr lang="en-US"/>
          </a:p>
        </p:txBody>
      </p:sp>
      <p:sp>
        <p:nvSpPr>
          <p:cNvPr id="3" name="Footer Placeholder 2">
            <a:extLst>
              <a:ext uri="{FF2B5EF4-FFF2-40B4-BE49-F238E27FC236}">
                <a16:creationId xmlns:a16="http://schemas.microsoft.com/office/drawing/2014/main" id="{48761071-DC63-CBFE-54CD-194AE6635C6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6BA2C9E-4D3C-482A-9AF5-97D66769B5DF}"/>
              </a:ext>
            </a:extLst>
          </p:cNvPr>
          <p:cNvSpPr>
            <a:spLocks noGrp="1"/>
          </p:cNvSpPr>
          <p:nvPr>
            <p:ph type="sldNum" sz="quarter" idx="12"/>
          </p:nvPr>
        </p:nvSpPr>
        <p:spPr/>
        <p:txBody>
          <a:bodyPr/>
          <a:lstStyle/>
          <a:p>
            <a:fld id="{50838F59-8FA6-4CAE-8CFF-F6F8F5845D25}" type="slidenum">
              <a:rPr lang="en-US" smtClean="0"/>
              <a:t>‹#›</a:t>
            </a:fld>
            <a:endParaRPr lang="en-US"/>
          </a:p>
        </p:txBody>
      </p:sp>
    </p:spTree>
    <p:extLst>
      <p:ext uri="{BB962C8B-B14F-4D97-AF65-F5344CB8AC3E}">
        <p14:creationId xmlns:p14="http://schemas.microsoft.com/office/powerpoint/2010/main" val="10262686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F44738-B263-DFEF-76DA-1D9B6EDFA7A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F634DD6-8BED-3DED-1C35-1B9B8006B84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BDB9F16-8271-FE68-FA5A-B25FCB5325A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33A1707-9A26-C02A-F3D1-266100F8BC9A}"/>
              </a:ext>
            </a:extLst>
          </p:cNvPr>
          <p:cNvSpPr>
            <a:spLocks noGrp="1"/>
          </p:cNvSpPr>
          <p:nvPr>
            <p:ph type="dt" sz="half" idx="10"/>
          </p:nvPr>
        </p:nvSpPr>
        <p:spPr/>
        <p:txBody>
          <a:bodyPr/>
          <a:lstStyle/>
          <a:p>
            <a:fld id="{14FE8961-CF2B-44F2-B6D4-2F81A7465EBA}" type="datetimeFigureOut">
              <a:rPr lang="en-US" smtClean="0"/>
              <a:t>10/13/2025</a:t>
            </a:fld>
            <a:endParaRPr lang="en-US"/>
          </a:p>
        </p:txBody>
      </p:sp>
      <p:sp>
        <p:nvSpPr>
          <p:cNvPr id="6" name="Footer Placeholder 5">
            <a:extLst>
              <a:ext uri="{FF2B5EF4-FFF2-40B4-BE49-F238E27FC236}">
                <a16:creationId xmlns:a16="http://schemas.microsoft.com/office/drawing/2014/main" id="{BAD32146-7E4C-A53C-A0C5-4E70B1483FB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DB19EA5-F268-326C-A5D6-F51F4BB68CD1}"/>
              </a:ext>
            </a:extLst>
          </p:cNvPr>
          <p:cNvSpPr>
            <a:spLocks noGrp="1"/>
          </p:cNvSpPr>
          <p:nvPr>
            <p:ph type="sldNum" sz="quarter" idx="12"/>
          </p:nvPr>
        </p:nvSpPr>
        <p:spPr/>
        <p:txBody>
          <a:bodyPr/>
          <a:lstStyle/>
          <a:p>
            <a:fld id="{50838F59-8FA6-4CAE-8CFF-F6F8F5845D25}" type="slidenum">
              <a:rPr lang="en-US" smtClean="0"/>
              <a:t>‹#›</a:t>
            </a:fld>
            <a:endParaRPr lang="en-US"/>
          </a:p>
        </p:txBody>
      </p:sp>
    </p:spTree>
    <p:extLst>
      <p:ext uri="{BB962C8B-B14F-4D97-AF65-F5344CB8AC3E}">
        <p14:creationId xmlns:p14="http://schemas.microsoft.com/office/powerpoint/2010/main" val="20266566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1E7354-C811-0536-C3C7-C527278A68B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77FA477-11F0-1022-7F68-277B2973CB6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4CB65B8-71AA-134F-157B-78CC4C8504C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186C07A-E2A2-237D-75D2-8227C0EA8D67}"/>
              </a:ext>
            </a:extLst>
          </p:cNvPr>
          <p:cNvSpPr>
            <a:spLocks noGrp="1"/>
          </p:cNvSpPr>
          <p:nvPr>
            <p:ph type="dt" sz="half" idx="10"/>
          </p:nvPr>
        </p:nvSpPr>
        <p:spPr/>
        <p:txBody>
          <a:bodyPr/>
          <a:lstStyle/>
          <a:p>
            <a:fld id="{14FE8961-CF2B-44F2-B6D4-2F81A7465EBA}" type="datetimeFigureOut">
              <a:rPr lang="en-US" smtClean="0"/>
              <a:t>10/13/2025</a:t>
            </a:fld>
            <a:endParaRPr lang="en-US"/>
          </a:p>
        </p:txBody>
      </p:sp>
      <p:sp>
        <p:nvSpPr>
          <p:cNvPr id="6" name="Footer Placeholder 5">
            <a:extLst>
              <a:ext uri="{FF2B5EF4-FFF2-40B4-BE49-F238E27FC236}">
                <a16:creationId xmlns:a16="http://schemas.microsoft.com/office/drawing/2014/main" id="{69298CF7-91E1-B606-AEB8-04CF07F053C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98B612E-373A-E571-0C85-DAE81A93F592}"/>
              </a:ext>
            </a:extLst>
          </p:cNvPr>
          <p:cNvSpPr>
            <a:spLocks noGrp="1"/>
          </p:cNvSpPr>
          <p:nvPr>
            <p:ph type="sldNum" sz="quarter" idx="12"/>
          </p:nvPr>
        </p:nvSpPr>
        <p:spPr/>
        <p:txBody>
          <a:bodyPr/>
          <a:lstStyle/>
          <a:p>
            <a:fld id="{50838F59-8FA6-4CAE-8CFF-F6F8F5845D25}" type="slidenum">
              <a:rPr lang="en-US" smtClean="0"/>
              <a:t>‹#›</a:t>
            </a:fld>
            <a:endParaRPr lang="en-US"/>
          </a:p>
        </p:txBody>
      </p:sp>
    </p:spTree>
    <p:extLst>
      <p:ext uri="{BB962C8B-B14F-4D97-AF65-F5344CB8AC3E}">
        <p14:creationId xmlns:p14="http://schemas.microsoft.com/office/powerpoint/2010/main" val="9696485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011007-7E89-4473-9A6E-0568C643C99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60548DF-736A-B16E-FCC9-A6D54EFA99F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D6AB755-6B7D-2EB4-F7C4-4A308F868C00}"/>
              </a:ext>
            </a:extLst>
          </p:cNvPr>
          <p:cNvSpPr>
            <a:spLocks noGrp="1"/>
          </p:cNvSpPr>
          <p:nvPr>
            <p:ph type="dt" sz="half" idx="10"/>
          </p:nvPr>
        </p:nvSpPr>
        <p:spPr/>
        <p:txBody>
          <a:bodyPr/>
          <a:lstStyle/>
          <a:p>
            <a:fld id="{14FE8961-CF2B-44F2-B6D4-2F81A7465EBA}" type="datetimeFigureOut">
              <a:rPr lang="en-US" smtClean="0"/>
              <a:t>10/13/2025</a:t>
            </a:fld>
            <a:endParaRPr lang="en-US"/>
          </a:p>
        </p:txBody>
      </p:sp>
      <p:sp>
        <p:nvSpPr>
          <p:cNvPr id="5" name="Footer Placeholder 4">
            <a:extLst>
              <a:ext uri="{FF2B5EF4-FFF2-40B4-BE49-F238E27FC236}">
                <a16:creationId xmlns:a16="http://schemas.microsoft.com/office/drawing/2014/main" id="{B6DA5362-0B57-017B-C06B-599CD3902E1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949627A-CAC6-FD49-F8DC-4AF63A621A40}"/>
              </a:ext>
            </a:extLst>
          </p:cNvPr>
          <p:cNvSpPr>
            <a:spLocks noGrp="1"/>
          </p:cNvSpPr>
          <p:nvPr>
            <p:ph type="sldNum" sz="quarter" idx="12"/>
          </p:nvPr>
        </p:nvSpPr>
        <p:spPr/>
        <p:txBody>
          <a:bodyPr/>
          <a:lstStyle/>
          <a:p>
            <a:fld id="{50838F59-8FA6-4CAE-8CFF-F6F8F5845D25}" type="slidenum">
              <a:rPr lang="en-US" smtClean="0"/>
              <a:t>‹#›</a:t>
            </a:fld>
            <a:endParaRPr lang="en-US"/>
          </a:p>
        </p:txBody>
      </p:sp>
    </p:spTree>
    <p:extLst>
      <p:ext uri="{BB962C8B-B14F-4D97-AF65-F5344CB8AC3E}">
        <p14:creationId xmlns:p14="http://schemas.microsoft.com/office/powerpoint/2010/main" val="20729206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DD3CCFF-BD56-4007-A499-5D6F972FFF7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611594F-0C1B-2121-158C-28ADC030134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24491A9-8294-AC54-3BEE-1309EE760897}"/>
              </a:ext>
            </a:extLst>
          </p:cNvPr>
          <p:cNvSpPr>
            <a:spLocks noGrp="1"/>
          </p:cNvSpPr>
          <p:nvPr>
            <p:ph type="dt" sz="half" idx="10"/>
          </p:nvPr>
        </p:nvSpPr>
        <p:spPr/>
        <p:txBody>
          <a:bodyPr/>
          <a:lstStyle/>
          <a:p>
            <a:fld id="{14FE8961-CF2B-44F2-B6D4-2F81A7465EBA}" type="datetimeFigureOut">
              <a:rPr lang="en-US" smtClean="0"/>
              <a:t>10/13/2025</a:t>
            </a:fld>
            <a:endParaRPr lang="en-US"/>
          </a:p>
        </p:txBody>
      </p:sp>
      <p:sp>
        <p:nvSpPr>
          <p:cNvPr id="5" name="Footer Placeholder 4">
            <a:extLst>
              <a:ext uri="{FF2B5EF4-FFF2-40B4-BE49-F238E27FC236}">
                <a16:creationId xmlns:a16="http://schemas.microsoft.com/office/drawing/2014/main" id="{FD690BB4-C345-3A42-3D11-3F0EE474DBE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22BC0D0-A611-3324-4179-220486064323}"/>
              </a:ext>
            </a:extLst>
          </p:cNvPr>
          <p:cNvSpPr>
            <a:spLocks noGrp="1"/>
          </p:cNvSpPr>
          <p:nvPr>
            <p:ph type="sldNum" sz="quarter" idx="12"/>
          </p:nvPr>
        </p:nvSpPr>
        <p:spPr/>
        <p:txBody>
          <a:bodyPr/>
          <a:lstStyle/>
          <a:p>
            <a:fld id="{50838F59-8FA6-4CAE-8CFF-F6F8F5845D25}" type="slidenum">
              <a:rPr lang="en-US" smtClean="0"/>
              <a:t>‹#›</a:t>
            </a:fld>
            <a:endParaRPr lang="en-US"/>
          </a:p>
        </p:txBody>
      </p:sp>
    </p:spTree>
    <p:extLst>
      <p:ext uri="{BB962C8B-B14F-4D97-AF65-F5344CB8AC3E}">
        <p14:creationId xmlns:p14="http://schemas.microsoft.com/office/powerpoint/2010/main" val="998794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E2593C4-00A5-C193-FB03-A2D41A3D13B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CAC4580-19DC-D82E-8BAF-2254456C8E9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F789874-7CBD-C83B-7A32-15D854DA90E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4FE8961-CF2B-44F2-B6D4-2F81A7465EBA}" type="datetimeFigureOut">
              <a:rPr lang="en-US" smtClean="0"/>
              <a:t>10/13/2025</a:t>
            </a:fld>
            <a:endParaRPr lang="en-US"/>
          </a:p>
        </p:txBody>
      </p:sp>
      <p:sp>
        <p:nvSpPr>
          <p:cNvPr id="5" name="Footer Placeholder 4">
            <a:extLst>
              <a:ext uri="{FF2B5EF4-FFF2-40B4-BE49-F238E27FC236}">
                <a16:creationId xmlns:a16="http://schemas.microsoft.com/office/drawing/2014/main" id="{8EFA8292-6B20-25BB-1B57-A7A7E939F99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0B8C762F-A75B-2069-5F7D-CFB59597270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0838F59-8FA6-4CAE-8CFF-F6F8F5845D25}" type="slidenum">
              <a:rPr lang="en-US" smtClean="0"/>
              <a:t>‹#›</a:t>
            </a:fld>
            <a:endParaRPr lang="en-US"/>
          </a:p>
        </p:txBody>
      </p:sp>
    </p:spTree>
    <p:extLst>
      <p:ext uri="{BB962C8B-B14F-4D97-AF65-F5344CB8AC3E}">
        <p14:creationId xmlns:p14="http://schemas.microsoft.com/office/powerpoint/2010/main" val="360851675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F026CB-27F2-0E61-ECF0-C6F2783DB838}"/>
              </a:ext>
            </a:extLst>
          </p:cNvPr>
          <p:cNvSpPr>
            <a:spLocks noGrp="1"/>
          </p:cNvSpPr>
          <p:nvPr>
            <p:ph type="ctrTitle"/>
          </p:nvPr>
        </p:nvSpPr>
        <p:spPr/>
        <p:txBody>
          <a:bodyPr/>
          <a:lstStyle/>
          <a:p>
            <a:r>
              <a:rPr lang="en-US" dirty="0"/>
              <a:t>Boosting Algorithms</a:t>
            </a:r>
          </a:p>
        </p:txBody>
      </p:sp>
      <p:sp>
        <p:nvSpPr>
          <p:cNvPr id="3" name="Subtitle 2">
            <a:extLst>
              <a:ext uri="{FF2B5EF4-FFF2-40B4-BE49-F238E27FC236}">
                <a16:creationId xmlns:a16="http://schemas.microsoft.com/office/drawing/2014/main" id="{1927D9D1-9067-5507-8BE3-AB5B45A248EC}"/>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10044630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1DEBB7-D4AC-D699-40DF-75AE16C4F78C}"/>
              </a:ext>
            </a:extLst>
          </p:cNvPr>
          <p:cNvSpPr>
            <a:spLocks noGrp="1"/>
          </p:cNvSpPr>
          <p:nvPr>
            <p:ph type="title"/>
          </p:nvPr>
        </p:nvSpPr>
        <p:spPr/>
        <p:txBody>
          <a:bodyPr/>
          <a:lstStyle/>
          <a:p>
            <a:r>
              <a:rPr lang="en-US" dirty="0"/>
              <a:t>Boosting Algorithm	</a:t>
            </a:r>
          </a:p>
        </p:txBody>
      </p:sp>
      <p:sp>
        <p:nvSpPr>
          <p:cNvPr id="3" name="Content Placeholder 2">
            <a:extLst>
              <a:ext uri="{FF2B5EF4-FFF2-40B4-BE49-F238E27FC236}">
                <a16:creationId xmlns:a16="http://schemas.microsoft.com/office/drawing/2014/main" id="{0ACD0B87-F5EC-17B0-E75F-B3F34F4FA708}"/>
              </a:ext>
            </a:extLst>
          </p:cNvPr>
          <p:cNvSpPr>
            <a:spLocks noGrp="1"/>
          </p:cNvSpPr>
          <p:nvPr>
            <p:ph idx="1"/>
          </p:nvPr>
        </p:nvSpPr>
        <p:spPr/>
        <p:txBody>
          <a:bodyPr/>
          <a:lstStyle/>
          <a:p>
            <a:pPr marL="514350" indent="-514350" algn="ctr">
              <a:buFont typeface="+mj-lt"/>
              <a:buAutoNum type="arabicPeriod"/>
            </a:pPr>
            <a:endParaRPr lang="en-US" dirty="0">
              <a:latin typeface="Arial Black" panose="020B0A04020102020204" pitchFamily="34" charset="0"/>
            </a:endParaRPr>
          </a:p>
          <a:p>
            <a:pPr marL="514350" indent="-514350" algn="ctr">
              <a:buFont typeface="+mj-lt"/>
              <a:buAutoNum type="arabicPeriod"/>
            </a:pPr>
            <a:endParaRPr lang="en-US" dirty="0">
              <a:latin typeface="Arial Black" panose="020B0A04020102020204" pitchFamily="34" charset="0"/>
            </a:endParaRPr>
          </a:p>
          <a:p>
            <a:pPr marL="514350" indent="-514350" algn="ctr">
              <a:buFont typeface="+mj-lt"/>
              <a:buAutoNum type="arabicPeriod"/>
            </a:pPr>
            <a:r>
              <a:rPr lang="en-US" dirty="0">
                <a:latin typeface="Arial Black" panose="020B0A04020102020204" pitchFamily="34" charset="0"/>
              </a:rPr>
              <a:t>Ada Boost</a:t>
            </a:r>
          </a:p>
          <a:p>
            <a:pPr marL="514350" indent="-514350" algn="ctr">
              <a:buFont typeface="+mj-lt"/>
              <a:buAutoNum type="arabicPeriod"/>
            </a:pPr>
            <a:r>
              <a:rPr lang="en-US" dirty="0">
                <a:latin typeface="Arial Black" panose="020B0A04020102020204" pitchFamily="34" charset="0"/>
              </a:rPr>
              <a:t>XG Boost</a:t>
            </a:r>
          </a:p>
          <a:p>
            <a:pPr marL="514350" indent="-514350" algn="ctr">
              <a:buFont typeface="+mj-lt"/>
              <a:buAutoNum type="arabicPeriod"/>
            </a:pPr>
            <a:r>
              <a:rPr lang="en-US" dirty="0">
                <a:latin typeface="Arial Black" panose="020B0A04020102020204" pitchFamily="34" charset="0"/>
              </a:rPr>
              <a:t>LG Boost</a:t>
            </a:r>
          </a:p>
        </p:txBody>
      </p:sp>
    </p:spTree>
    <p:extLst>
      <p:ext uri="{BB962C8B-B14F-4D97-AF65-F5344CB8AC3E}">
        <p14:creationId xmlns:p14="http://schemas.microsoft.com/office/powerpoint/2010/main" val="14589974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E8585C-B63F-B17B-F703-346F82377D24}"/>
              </a:ext>
            </a:extLst>
          </p:cNvPr>
          <p:cNvSpPr>
            <a:spLocks noGrp="1"/>
          </p:cNvSpPr>
          <p:nvPr>
            <p:ph type="title"/>
          </p:nvPr>
        </p:nvSpPr>
        <p:spPr/>
        <p:txBody>
          <a:bodyPr/>
          <a:lstStyle/>
          <a:p>
            <a:r>
              <a:rPr lang="en-US" dirty="0"/>
              <a:t>Ada Boost</a:t>
            </a:r>
          </a:p>
        </p:txBody>
      </p:sp>
      <p:sp>
        <p:nvSpPr>
          <p:cNvPr id="3" name="Content Placeholder 2">
            <a:extLst>
              <a:ext uri="{FF2B5EF4-FFF2-40B4-BE49-F238E27FC236}">
                <a16:creationId xmlns:a16="http://schemas.microsoft.com/office/drawing/2014/main" id="{345A83EE-9B52-DC25-DACC-71D57FE2A487}"/>
              </a:ext>
            </a:extLst>
          </p:cNvPr>
          <p:cNvSpPr>
            <a:spLocks noGrp="1"/>
          </p:cNvSpPr>
          <p:nvPr>
            <p:ph idx="1"/>
          </p:nvPr>
        </p:nvSpPr>
        <p:spPr/>
        <p:txBody>
          <a:bodyPr/>
          <a:lstStyle/>
          <a:p>
            <a:r>
              <a:rPr lang="en-US" dirty="0"/>
              <a:t>AdaBoost works by sequentially fitting multiple weak learners (often decision trees) to the data. </a:t>
            </a:r>
          </a:p>
          <a:p>
            <a:endParaRPr lang="en-US" dirty="0"/>
          </a:p>
          <a:p>
            <a:r>
              <a:rPr lang="en-US" dirty="0"/>
              <a:t>Each subsequent learner focuses more on the samples that the previous learners </a:t>
            </a:r>
            <a:r>
              <a:rPr lang="en-US" dirty="0" err="1"/>
              <a:t>mispredicted</a:t>
            </a:r>
            <a:r>
              <a:rPr lang="en-US" dirty="0"/>
              <a:t> or had high errors on. </a:t>
            </a:r>
          </a:p>
          <a:p>
            <a:endParaRPr lang="en-US" dirty="0"/>
          </a:p>
          <a:p>
            <a:r>
              <a:rPr lang="en-US" dirty="0"/>
              <a:t>The final prediction is a weighted sum of the predictions from all individual weak learners.</a:t>
            </a:r>
          </a:p>
        </p:txBody>
      </p:sp>
    </p:spTree>
    <p:extLst>
      <p:ext uri="{BB962C8B-B14F-4D97-AF65-F5344CB8AC3E}">
        <p14:creationId xmlns:p14="http://schemas.microsoft.com/office/powerpoint/2010/main" val="42381211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89C1E2-2BAC-C965-D6FC-4FC441D9C0CF}"/>
              </a:ext>
            </a:extLst>
          </p:cNvPr>
          <p:cNvSpPr>
            <a:spLocks noGrp="1"/>
          </p:cNvSpPr>
          <p:nvPr>
            <p:ph type="title"/>
          </p:nvPr>
        </p:nvSpPr>
        <p:spPr/>
        <p:txBody>
          <a:bodyPr/>
          <a:lstStyle/>
          <a:p>
            <a:r>
              <a:rPr lang="en-US" dirty="0"/>
              <a:t>Calculate weight of each tree</a:t>
            </a:r>
          </a:p>
        </p:txBody>
      </p:sp>
      <p:pic>
        <p:nvPicPr>
          <p:cNvPr id="11" name="Content Placeholder 10">
            <a:extLst>
              <a:ext uri="{FF2B5EF4-FFF2-40B4-BE49-F238E27FC236}">
                <a16:creationId xmlns:a16="http://schemas.microsoft.com/office/drawing/2014/main" id="{03BA8E7E-461A-9280-FCD2-C51F00580444}"/>
              </a:ext>
            </a:extLst>
          </p:cNvPr>
          <p:cNvPicPr>
            <a:picLocks noGrp="1" noChangeAspect="1"/>
          </p:cNvPicPr>
          <p:nvPr>
            <p:ph idx="1"/>
          </p:nvPr>
        </p:nvPicPr>
        <p:blipFill>
          <a:blip r:embed="rId2"/>
          <a:stretch>
            <a:fillRect/>
          </a:stretch>
        </p:blipFill>
        <p:spPr>
          <a:xfrm>
            <a:off x="6283572" y="1954457"/>
            <a:ext cx="3802964" cy="1474543"/>
          </a:xfrm>
          <a:prstGeom prst="rect">
            <a:avLst/>
          </a:prstGeom>
        </p:spPr>
      </p:pic>
      <p:pic>
        <p:nvPicPr>
          <p:cNvPr id="9" name="Picture 8">
            <a:extLst>
              <a:ext uri="{FF2B5EF4-FFF2-40B4-BE49-F238E27FC236}">
                <a16:creationId xmlns:a16="http://schemas.microsoft.com/office/drawing/2014/main" id="{F5C18C3E-7F6E-A69E-0BFE-2F6D6858CEA3}"/>
              </a:ext>
            </a:extLst>
          </p:cNvPr>
          <p:cNvPicPr>
            <a:picLocks noChangeAspect="1"/>
          </p:cNvPicPr>
          <p:nvPr/>
        </p:nvPicPr>
        <p:blipFill>
          <a:blip r:embed="rId3"/>
          <a:stretch>
            <a:fillRect/>
          </a:stretch>
        </p:blipFill>
        <p:spPr>
          <a:xfrm>
            <a:off x="1063282" y="1690687"/>
            <a:ext cx="4676335" cy="3759090"/>
          </a:xfrm>
          <a:prstGeom prst="rect">
            <a:avLst/>
          </a:prstGeom>
        </p:spPr>
      </p:pic>
      <p:pic>
        <p:nvPicPr>
          <p:cNvPr id="13" name="Picture 12">
            <a:extLst>
              <a:ext uri="{FF2B5EF4-FFF2-40B4-BE49-F238E27FC236}">
                <a16:creationId xmlns:a16="http://schemas.microsoft.com/office/drawing/2014/main" id="{840C6297-2923-E582-FF1B-123177BB3C02}"/>
              </a:ext>
            </a:extLst>
          </p:cNvPr>
          <p:cNvPicPr>
            <a:picLocks noChangeAspect="1"/>
          </p:cNvPicPr>
          <p:nvPr/>
        </p:nvPicPr>
        <p:blipFill>
          <a:blip r:embed="rId4"/>
          <a:stretch>
            <a:fillRect/>
          </a:stretch>
        </p:blipFill>
        <p:spPr>
          <a:xfrm>
            <a:off x="6283572" y="3842971"/>
            <a:ext cx="2930767" cy="968179"/>
          </a:xfrm>
          <a:prstGeom prst="rect">
            <a:avLst/>
          </a:prstGeom>
        </p:spPr>
      </p:pic>
    </p:spTree>
    <p:extLst>
      <p:ext uri="{BB962C8B-B14F-4D97-AF65-F5344CB8AC3E}">
        <p14:creationId xmlns:p14="http://schemas.microsoft.com/office/powerpoint/2010/main" val="890969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377913-E47B-37D5-F386-518E78945608}"/>
              </a:ext>
            </a:extLst>
          </p:cNvPr>
          <p:cNvSpPr>
            <a:spLocks noGrp="1"/>
          </p:cNvSpPr>
          <p:nvPr>
            <p:ph type="title"/>
          </p:nvPr>
        </p:nvSpPr>
        <p:spPr/>
        <p:txBody>
          <a:bodyPr/>
          <a:lstStyle/>
          <a:p>
            <a:r>
              <a:rPr lang="en-US" dirty="0"/>
              <a:t>Implementation</a:t>
            </a:r>
          </a:p>
        </p:txBody>
      </p:sp>
      <p:sp>
        <p:nvSpPr>
          <p:cNvPr id="3" name="Content Placeholder 2">
            <a:extLst>
              <a:ext uri="{FF2B5EF4-FFF2-40B4-BE49-F238E27FC236}">
                <a16:creationId xmlns:a16="http://schemas.microsoft.com/office/drawing/2014/main" id="{427C9500-72D2-C379-6FDC-571BE0D683DC}"/>
              </a:ext>
            </a:extLst>
          </p:cNvPr>
          <p:cNvSpPr>
            <a:spLocks noGrp="1"/>
          </p:cNvSpPr>
          <p:nvPr>
            <p:ph idx="1"/>
          </p:nvPr>
        </p:nvSpPr>
        <p:spPr/>
        <p:txBody>
          <a:bodyPr/>
          <a:lstStyle/>
          <a:p>
            <a:r>
              <a:rPr lang="en-US" dirty="0"/>
              <a:t>from </a:t>
            </a:r>
            <a:r>
              <a:rPr lang="en-US" dirty="0" err="1"/>
              <a:t>sklearn.ensemble</a:t>
            </a:r>
            <a:r>
              <a:rPr lang="en-US" dirty="0"/>
              <a:t> import </a:t>
            </a:r>
            <a:r>
              <a:rPr lang="en-US" dirty="0" err="1"/>
              <a:t>AdaBoostRegressor</a:t>
            </a:r>
            <a:r>
              <a:rPr lang="en-US" dirty="0"/>
              <a:t> 	</a:t>
            </a:r>
          </a:p>
          <a:p>
            <a:pPr marL="0" indent="0">
              <a:buNone/>
            </a:pPr>
            <a:r>
              <a:rPr lang="en-US" dirty="0"/>
              <a:t>	To implement the  </a:t>
            </a:r>
            <a:r>
              <a:rPr lang="en-US" dirty="0" err="1"/>
              <a:t>adaboost</a:t>
            </a:r>
            <a:r>
              <a:rPr lang="en-US" dirty="0"/>
              <a:t> algorithm implement </a:t>
            </a:r>
            <a:r>
              <a:rPr lang="en-US" dirty="0" err="1"/>
              <a:t>AdaBoostRegressor</a:t>
            </a:r>
            <a:r>
              <a:rPr lang="en-US" dirty="0"/>
              <a:t> from </a:t>
            </a:r>
            <a:r>
              <a:rPr lang="en-US" dirty="0" err="1"/>
              <a:t>sklearn.ensemble</a:t>
            </a:r>
            <a:endParaRPr lang="en-US" dirty="0"/>
          </a:p>
          <a:p>
            <a:pPr marL="0" indent="0">
              <a:buNone/>
            </a:pPr>
            <a:endParaRPr lang="en-US" dirty="0"/>
          </a:p>
          <a:p>
            <a:r>
              <a:rPr lang="en-US" dirty="0"/>
              <a:t>regressor = </a:t>
            </a:r>
            <a:r>
              <a:rPr lang="en-US" dirty="0" err="1"/>
              <a:t>AdaBoostRegressor</a:t>
            </a:r>
            <a:r>
              <a:rPr lang="en-US" dirty="0"/>
              <a:t>(</a:t>
            </a:r>
            <a:r>
              <a:rPr lang="en-US" dirty="0" err="1"/>
              <a:t>random_state</a:t>
            </a:r>
            <a:r>
              <a:rPr lang="en-US" dirty="0"/>
              <a:t>=100) </a:t>
            </a:r>
            <a:br>
              <a:rPr lang="en-US" dirty="0"/>
            </a:br>
            <a:r>
              <a:rPr lang="en-US" dirty="0"/>
              <a:t> </a:t>
            </a:r>
            <a:r>
              <a:rPr lang="fr-FR" dirty="0" err="1"/>
              <a:t>regressor.fit</a:t>
            </a:r>
            <a:r>
              <a:rPr lang="fr-FR" dirty="0"/>
              <a:t>(</a:t>
            </a:r>
            <a:r>
              <a:rPr lang="fr-FR" dirty="0" err="1"/>
              <a:t>X_train</a:t>
            </a:r>
            <a:r>
              <a:rPr lang="fr-FR" dirty="0"/>
              <a:t>, </a:t>
            </a:r>
            <a:r>
              <a:rPr lang="fr-FR" dirty="0" err="1"/>
              <a:t>y_train</a:t>
            </a:r>
            <a:r>
              <a:rPr lang="fr-FR" dirty="0"/>
              <a:t>) </a:t>
            </a:r>
            <a:br>
              <a:rPr lang="fr-FR" dirty="0"/>
            </a:br>
            <a:r>
              <a:rPr lang="fr-FR" dirty="0"/>
              <a:t> 	To </a:t>
            </a:r>
            <a:r>
              <a:rPr lang="fr-FR" dirty="0" err="1"/>
              <a:t>create</a:t>
            </a:r>
            <a:r>
              <a:rPr lang="fr-FR" dirty="0"/>
              <a:t> model </a:t>
            </a:r>
            <a:r>
              <a:rPr lang="fr-FR" dirty="0" err="1"/>
              <a:t>using</a:t>
            </a:r>
            <a:r>
              <a:rPr lang="fr-FR" dirty="0"/>
              <a:t> </a:t>
            </a:r>
            <a:r>
              <a:rPr lang="fr-FR" dirty="0" err="1"/>
              <a:t>adaboost</a:t>
            </a:r>
            <a:r>
              <a:rPr lang="fr-FR" dirty="0"/>
              <a:t> </a:t>
            </a:r>
            <a:r>
              <a:rPr lang="fr-FR" dirty="0" err="1"/>
              <a:t>algorithm</a:t>
            </a:r>
            <a:endParaRPr lang="en-US" dirty="0"/>
          </a:p>
        </p:txBody>
      </p:sp>
    </p:spTree>
    <p:extLst>
      <p:ext uri="{BB962C8B-B14F-4D97-AF65-F5344CB8AC3E}">
        <p14:creationId xmlns:p14="http://schemas.microsoft.com/office/powerpoint/2010/main" val="12967701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B6462C-58EF-7F3C-CB79-7223F7A0B9FB}"/>
              </a:ext>
            </a:extLst>
          </p:cNvPr>
          <p:cNvSpPr>
            <a:spLocks noGrp="1"/>
          </p:cNvSpPr>
          <p:nvPr>
            <p:ph type="title"/>
          </p:nvPr>
        </p:nvSpPr>
        <p:spPr/>
        <p:txBody>
          <a:bodyPr/>
          <a:lstStyle/>
          <a:p>
            <a:r>
              <a:rPr lang="en-US" dirty="0"/>
              <a:t>Hyper Tuning Parameter</a:t>
            </a:r>
          </a:p>
        </p:txBody>
      </p:sp>
      <p:sp>
        <p:nvSpPr>
          <p:cNvPr id="3" name="Content Placeholder 2">
            <a:extLst>
              <a:ext uri="{FF2B5EF4-FFF2-40B4-BE49-F238E27FC236}">
                <a16:creationId xmlns:a16="http://schemas.microsoft.com/office/drawing/2014/main" id="{AECC8998-C011-AE9C-E38F-FDDA0723ACAC}"/>
              </a:ext>
            </a:extLst>
          </p:cNvPr>
          <p:cNvSpPr>
            <a:spLocks noGrp="1"/>
          </p:cNvSpPr>
          <p:nvPr>
            <p:ph idx="1"/>
          </p:nvPr>
        </p:nvSpPr>
        <p:spPr/>
        <p:txBody>
          <a:bodyPr/>
          <a:lstStyle/>
          <a:p>
            <a:r>
              <a:rPr lang="en-US" dirty="0"/>
              <a:t>Important parameters and their values are</a:t>
            </a:r>
          </a:p>
          <a:p>
            <a:pPr lvl="1"/>
            <a:r>
              <a:rPr lang="en-US" b="1" dirty="0"/>
              <a:t>estimator : </a:t>
            </a:r>
            <a:r>
              <a:rPr lang="en-US" dirty="0"/>
              <a:t>By default, it’s a </a:t>
            </a:r>
            <a:r>
              <a:rPr lang="en-US" dirty="0" err="1"/>
              <a:t>DecisionTreeRegressor</a:t>
            </a:r>
            <a:r>
              <a:rPr lang="en-US" dirty="0"/>
              <a:t> with </a:t>
            </a:r>
            <a:r>
              <a:rPr lang="en-US" dirty="0" err="1"/>
              <a:t>max_depth</a:t>
            </a:r>
            <a:r>
              <a:rPr lang="en-US" dirty="0"/>
              <a:t>=3</a:t>
            </a:r>
          </a:p>
          <a:p>
            <a:pPr lvl="1"/>
            <a:endParaRPr lang="en-US" b="1" dirty="0"/>
          </a:p>
          <a:p>
            <a:pPr lvl="1"/>
            <a:r>
              <a:rPr lang="en-US" b="1" dirty="0" err="1"/>
              <a:t>n_estimators</a:t>
            </a:r>
            <a:r>
              <a:rPr lang="en-US" b="1" dirty="0"/>
              <a:t> : </a:t>
            </a:r>
            <a:r>
              <a:rPr lang="en-US" i="1" dirty="0"/>
              <a:t>int, default=50</a:t>
            </a:r>
          </a:p>
          <a:p>
            <a:pPr lvl="1"/>
            <a:endParaRPr lang="en-US" dirty="0"/>
          </a:p>
          <a:p>
            <a:pPr lvl="1"/>
            <a:r>
              <a:rPr lang="en-US" b="1" dirty="0" err="1"/>
              <a:t>learning_rate</a:t>
            </a:r>
            <a:r>
              <a:rPr lang="en-US" b="1" dirty="0"/>
              <a:t> :</a:t>
            </a:r>
            <a:r>
              <a:rPr lang="en-US" dirty="0"/>
              <a:t> </a:t>
            </a:r>
            <a:r>
              <a:rPr lang="en-US" i="1" dirty="0"/>
              <a:t>float, default=1.0</a:t>
            </a:r>
            <a:endParaRPr lang="en-US" dirty="0"/>
          </a:p>
          <a:p>
            <a:pPr lvl="1"/>
            <a:endParaRPr lang="en-US" b="1" dirty="0"/>
          </a:p>
          <a:p>
            <a:pPr lvl="1"/>
            <a:r>
              <a:rPr lang="en-US" b="1" dirty="0"/>
              <a:t>Loss : </a:t>
            </a:r>
            <a:r>
              <a:rPr lang="en-US" i="1" dirty="0"/>
              <a:t>{‘linear’, ‘square’, ‘exponential’}, default=’linear’</a:t>
            </a:r>
            <a:endParaRPr lang="en-US" dirty="0"/>
          </a:p>
        </p:txBody>
      </p:sp>
    </p:spTree>
    <p:extLst>
      <p:ext uri="{BB962C8B-B14F-4D97-AF65-F5344CB8AC3E}">
        <p14:creationId xmlns:p14="http://schemas.microsoft.com/office/powerpoint/2010/main" val="4952666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905490-0454-B518-E17A-8F8F956F247C}"/>
              </a:ext>
            </a:extLst>
          </p:cNvPr>
          <p:cNvSpPr>
            <a:spLocks noGrp="1"/>
          </p:cNvSpPr>
          <p:nvPr>
            <p:ph type="title"/>
          </p:nvPr>
        </p:nvSpPr>
        <p:spPr/>
        <p:txBody>
          <a:bodyPr/>
          <a:lstStyle/>
          <a:p>
            <a:r>
              <a:rPr lang="en-US" dirty="0"/>
              <a:t>XG Boost Algorithm</a:t>
            </a:r>
          </a:p>
        </p:txBody>
      </p:sp>
      <p:sp>
        <p:nvSpPr>
          <p:cNvPr id="3" name="Content Placeholder 2">
            <a:extLst>
              <a:ext uri="{FF2B5EF4-FFF2-40B4-BE49-F238E27FC236}">
                <a16:creationId xmlns:a16="http://schemas.microsoft.com/office/drawing/2014/main" id="{0F6A4206-CA1F-A88D-F2BC-93284AB68151}"/>
              </a:ext>
            </a:extLst>
          </p:cNvPr>
          <p:cNvSpPr>
            <a:spLocks noGrp="1"/>
          </p:cNvSpPr>
          <p:nvPr>
            <p:ph idx="1"/>
          </p:nvPr>
        </p:nvSpPr>
        <p:spPr/>
        <p:txBody>
          <a:bodyPr/>
          <a:lstStyle/>
          <a:p>
            <a:r>
              <a:rPr lang="en-US" dirty="0"/>
              <a:t>It is a advance algorithm that builds the decision tree one by one, where each tree tries to fix the mistakes of the previous tree</a:t>
            </a:r>
          </a:p>
          <a:p>
            <a:r>
              <a:rPr lang="en-US" dirty="0"/>
              <a:t>powerful approach for building supervised regression models by using the </a:t>
            </a:r>
            <a:r>
              <a:rPr lang="en-US" dirty="0" err="1"/>
              <a:t>XGBoost</a:t>
            </a:r>
            <a:r>
              <a:rPr lang="en-US" dirty="0"/>
              <a:t> objective function and base learners.</a:t>
            </a:r>
          </a:p>
          <a:p>
            <a:r>
              <a:rPr lang="en-US" dirty="0"/>
              <a:t> The objective function contains loss function and a regularization term.</a:t>
            </a:r>
          </a:p>
          <a:p>
            <a:r>
              <a:rPr lang="en-US" dirty="0"/>
              <a:t> It tells about the difference between actual values and predicted values, </a:t>
            </a:r>
            <a:r>
              <a:rPr lang="en-US" dirty="0" err="1"/>
              <a:t>i.e</a:t>
            </a:r>
            <a:r>
              <a:rPr lang="en-US" dirty="0"/>
              <a:t> how far the model results are from the real values.</a:t>
            </a:r>
          </a:p>
          <a:p>
            <a:r>
              <a:rPr lang="en-US" dirty="0"/>
              <a:t>common loss functions for regression problems is </a:t>
            </a:r>
            <a:r>
              <a:rPr lang="en-US" dirty="0" err="1"/>
              <a:t>reg:linear</a:t>
            </a:r>
            <a:endParaRPr lang="en-US" dirty="0"/>
          </a:p>
          <a:p>
            <a:endParaRPr lang="en-US" dirty="0"/>
          </a:p>
          <a:p>
            <a:endParaRPr lang="en-US" dirty="0"/>
          </a:p>
        </p:txBody>
      </p:sp>
    </p:spTree>
    <p:extLst>
      <p:ext uri="{BB962C8B-B14F-4D97-AF65-F5344CB8AC3E}">
        <p14:creationId xmlns:p14="http://schemas.microsoft.com/office/powerpoint/2010/main" val="5003107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FAE04C-09FF-E9D3-2AF7-43D457DD9617}"/>
              </a:ext>
            </a:extLst>
          </p:cNvPr>
          <p:cNvSpPr>
            <a:spLocks noGrp="1"/>
          </p:cNvSpPr>
          <p:nvPr>
            <p:ph type="title"/>
          </p:nvPr>
        </p:nvSpPr>
        <p:spPr/>
        <p:txBody>
          <a:bodyPr/>
          <a:lstStyle/>
          <a:p>
            <a:r>
              <a:rPr lang="en-US" b="1" dirty="0"/>
              <a:t>Working Mechanism</a:t>
            </a:r>
            <a:endParaRPr lang="en-US" dirty="0"/>
          </a:p>
        </p:txBody>
      </p:sp>
      <p:sp>
        <p:nvSpPr>
          <p:cNvPr id="3" name="Content Placeholder 2">
            <a:extLst>
              <a:ext uri="{FF2B5EF4-FFF2-40B4-BE49-F238E27FC236}">
                <a16:creationId xmlns:a16="http://schemas.microsoft.com/office/drawing/2014/main" id="{A2A0319F-ABF0-E9B6-CDF3-D91C04C794C3}"/>
              </a:ext>
            </a:extLst>
          </p:cNvPr>
          <p:cNvSpPr>
            <a:spLocks noGrp="1"/>
          </p:cNvSpPr>
          <p:nvPr>
            <p:ph idx="1"/>
          </p:nvPr>
        </p:nvSpPr>
        <p:spPr/>
        <p:txBody>
          <a:bodyPr>
            <a:normAutofit/>
          </a:bodyPr>
          <a:lstStyle/>
          <a:p>
            <a:r>
              <a:rPr lang="en-US" b="1" dirty="0"/>
              <a:t>Initialization</a:t>
            </a:r>
            <a:r>
              <a:rPr lang="en-US" dirty="0"/>
              <a:t>: Start with a simple model, such as predicting the mean value for regression.</a:t>
            </a:r>
          </a:p>
          <a:p>
            <a:r>
              <a:rPr lang="en-US" b="1" dirty="0"/>
              <a:t>Iterative Boosting</a:t>
            </a:r>
            <a:r>
              <a:rPr lang="en-US" dirty="0"/>
              <a:t>:</a:t>
            </a:r>
          </a:p>
          <a:p>
            <a:pPr lvl="1"/>
            <a:r>
              <a:rPr lang="en-US" dirty="0"/>
              <a:t>Compute the gradient of the loss function for each observation to estimate the residual errors.</a:t>
            </a:r>
          </a:p>
          <a:p>
            <a:pPr lvl="1"/>
            <a:r>
              <a:rPr lang="en-US" dirty="0"/>
              <a:t>Fit a new decision tree to these residuals.</a:t>
            </a:r>
          </a:p>
          <a:p>
            <a:pPr lvl="1"/>
            <a:r>
              <a:rPr lang="en-US" dirty="0"/>
              <a:t>Update the model by adding the predictions of the new tree multiplied by a learning rate (shrinkage factor).</a:t>
            </a:r>
          </a:p>
          <a:p>
            <a:r>
              <a:rPr lang="en-US" b="1" dirty="0"/>
              <a:t>Final Prediction</a:t>
            </a:r>
            <a:r>
              <a:rPr lang="en-US" dirty="0"/>
              <a:t>: The combined predictions from all boosted trees produce the final output.</a:t>
            </a:r>
          </a:p>
          <a:p>
            <a:endParaRPr lang="en-US" dirty="0"/>
          </a:p>
        </p:txBody>
      </p:sp>
    </p:spTree>
    <p:extLst>
      <p:ext uri="{BB962C8B-B14F-4D97-AF65-F5344CB8AC3E}">
        <p14:creationId xmlns:p14="http://schemas.microsoft.com/office/powerpoint/2010/main" val="8443972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F88FC9-04B4-AFCE-FB8F-D5B004260416}"/>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2FD50908-2AF8-AF4E-39D7-041F2E1DB28C}"/>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413DBD84-E37E-1D5F-D9C3-4FFD9EACC203}"/>
              </a:ext>
            </a:extLst>
          </p:cNvPr>
          <p:cNvPicPr>
            <a:picLocks noChangeAspect="1"/>
          </p:cNvPicPr>
          <p:nvPr/>
        </p:nvPicPr>
        <p:blipFill>
          <a:blip r:embed="rId2"/>
          <a:stretch>
            <a:fillRect/>
          </a:stretch>
        </p:blipFill>
        <p:spPr>
          <a:xfrm>
            <a:off x="1990798" y="854466"/>
            <a:ext cx="8447430" cy="4899220"/>
          </a:xfrm>
          <a:prstGeom prst="rect">
            <a:avLst/>
          </a:prstGeom>
        </p:spPr>
      </p:pic>
    </p:spTree>
    <p:extLst>
      <p:ext uri="{BB962C8B-B14F-4D97-AF65-F5344CB8AC3E}">
        <p14:creationId xmlns:p14="http://schemas.microsoft.com/office/powerpoint/2010/main" val="37575425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70A230-5652-9F5A-212C-58BF5FB3E24D}"/>
              </a:ext>
            </a:extLst>
          </p:cNvPr>
          <p:cNvSpPr>
            <a:spLocks noGrp="1"/>
          </p:cNvSpPr>
          <p:nvPr>
            <p:ph type="title"/>
          </p:nvPr>
        </p:nvSpPr>
        <p:spPr/>
        <p:txBody>
          <a:bodyPr/>
          <a:lstStyle/>
          <a:p>
            <a:r>
              <a:rPr lang="en-US" dirty="0"/>
              <a:t>Implementation of </a:t>
            </a:r>
            <a:r>
              <a:rPr lang="en-US" dirty="0" err="1"/>
              <a:t>XGBoost</a:t>
            </a:r>
            <a:endParaRPr lang="en-US" dirty="0"/>
          </a:p>
        </p:txBody>
      </p:sp>
      <p:sp>
        <p:nvSpPr>
          <p:cNvPr id="3" name="Content Placeholder 2">
            <a:extLst>
              <a:ext uri="{FF2B5EF4-FFF2-40B4-BE49-F238E27FC236}">
                <a16:creationId xmlns:a16="http://schemas.microsoft.com/office/drawing/2014/main" id="{BB3950EF-9986-1DBC-C02A-EDB06962C129}"/>
              </a:ext>
            </a:extLst>
          </p:cNvPr>
          <p:cNvSpPr>
            <a:spLocks noGrp="1"/>
          </p:cNvSpPr>
          <p:nvPr>
            <p:ph idx="1"/>
          </p:nvPr>
        </p:nvSpPr>
        <p:spPr/>
        <p:txBody>
          <a:bodyPr/>
          <a:lstStyle/>
          <a:p>
            <a:r>
              <a:rPr lang="en-US" dirty="0"/>
              <a:t>Install and import the necessary libraries</a:t>
            </a:r>
          </a:p>
          <a:p>
            <a:pPr marL="0" indent="0">
              <a:buNone/>
            </a:pPr>
            <a:r>
              <a:rPr lang="en-US" dirty="0"/>
              <a:t>	!pip install </a:t>
            </a:r>
            <a:r>
              <a:rPr lang="en-US" dirty="0" err="1"/>
              <a:t>xgboost</a:t>
            </a:r>
            <a:endParaRPr lang="en-US" dirty="0"/>
          </a:p>
          <a:p>
            <a:pPr marL="0" indent="0">
              <a:buNone/>
            </a:pPr>
            <a:r>
              <a:rPr lang="en-US" dirty="0"/>
              <a:t>	import </a:t>
            </a:r>
            <a:r>
              <a:rPr lang="en-US" dirty="0" err="1"/>
              <a:t>xgboost</a:t>
            </a:r>
            <a:r>
              <a:rPr lang="en-US" dirty="0"/>
              <a:t> </a:t>
            </a:r>
          </a:p>
          <a:p>
            <a:r>
              <a:rPr lang="en-US" dirty="0"/>
              <a:t>Creating Model</a:t>
            </a:r>
          </a:p>
          <a:p>
            <a:pPr lvl="1"/>
            <a:r>
              <a:rPr lang="pt-BR" dirty="0"/>
              <a:t>regressor = xg.XGBRegressor(objective ='reg:linear', n_estimators = 10, seed = 123) </a:t>
            </a:r>
          </a:p>
          <a:p>
            <a:pPr lvl="1"/>
            <a:r>
              <a:rPr lang="pt-BR" dirty="0"/>
              <a:t>Regressor.fit(x_train,y_train)</a:t>
            </a:r>
            <a:endParaRPr lang="en-US" dirty="0"/>
          </a:p>
        </p:txBody>
      </p:sp>
    </p:spTree>
    <p:extLst>
      <p:ext uri="{BB962C8B-B14F-4D97-AF65-F5344CB8AC3E}">
        <p14:creationId xmlns:p14="http://schemas.microsoft.com/office/powerpoint/2010/main" val="15449957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5E7CEB-EF80-EED9-7D20-7E3102E64BFE}"/>
              </a:ext>
            </a:extLst>
          </p:cNvPr>
          <p:cNvSpPr>
            <a:spLocks noGrp="1"/>
          </p:cNvSpPr>
          <p:nvPr>
            <p:ph type="title"/>
          </p:nvPr>
        </p:nvSpPr>
        <p:spPr/>
        <p:txBody>
          <a:bodyPr/>
          <a:lstStyle/>
          <a:p>
            <a:r>
              <a:rPr lang="en-US" dirty="0"/>
              <a:t>Hyperparameters</a:t>
            </a:r>
          </a:p>
        </p:txBody>
      </p:sp>
      <p:sp>
        <p:nvSpPr>
          <p:cNvPr id="3" name="Content Placeholder 2">
            <a:extLst>
              <a:ext uri="{FF2B5EF4-FFF2-40B4-BE49-F238E27FC236}">
                <a16:creationId xmlns:a16="http://schemas.microsoft.com/office/drawing/2014/main" id="{D9FB55D4-5ED6-AD34-DB82-EF604AB938D1}"/>
              </a:ext>
            </a:extLst>
          </p:cNvPr>
          <p:cNvSpPr>
            <a:spLocks noGrp="1"/>
          </p:cNvSpPr>
          <p:nvPr>
            <p:ph idx="1"/>
          </p:nvPr>
        </p:nvSpPr>
        <p:spPr/>
        <p:txBody>
          <a:bodyPr>
            <a:normAutofit fontScale="92500" lnSpcReduction="10000"/>
          </a:bodyPr>
          <a:lstStyle/>
          <a:p>
            <a:r>
              <a:rPr lang="en-US" dirty="0" err="1"/>
              <a:t>n_estimators</a:t>
            </a:r>
            <a:r>
              <a:rPr lang="en-US" dirty="0"/>
              <a:t> -This parameter defines the number of boosting stages or the number of weak learners (trees) to be built. More estimators can lead to higher accuracy but also increase the risk of overfitting</a:t>
            </a:r>
          </a:p>
          <a:p>
            <a:r>
              <a:rPr lang="en-US" dirty="0" err="1"/>
              <a:t>learning_rate</a:t>
            </a:r>
            <a:r>
              <a:rPr lang="en-US" dirty="0"/>
              <a:t> - The </a:t>
            </a:r>
            <a:r>
              <a:rPr lang="en-US" dirty="0" err="1"/>
              <a:t>learning_rate</a:t>
            </a:r>
            <a:r>
              <a:rPr lang="en-US" dirty="0"/>
              <a:t> scales the contribution of each tree. A smaller learning rate requires more trees</a:t>
            </a:r>
          </a:p>
          <a:p>
            <a:r>
              <a:rPr lang="en-US" dirty="0" err="1"/>
              <a:t>max_depth</a:t>
            </a:r>
            <a:r>
              <a:rPr lang="en-US" dirty="0"/>
              <a:t> - </a:t>
            </a:r>
            <a:r>
              <a:rPr lang="en-US" dirty="0" err="1"/>
              <a:t>max_depth</a:t>
            </a:r>
            <a:r>
              <a:rPr lang="en-US" dirty="0"/>
              <a:t> controls the maximum depth of the individual regression estimators (decision trees). </a:t>
            </a:r>
          </a:p>
          <a:p>
            <a:r>
              <a:rPr lang="en-US" dirty="0"/>
              <a:t>Subsample - specifies the fraction of samples to be used for fitting the individual base learners</a:t>
            </a:r>
          </a:p>
          <a:p>
            <a:r>
              <a:rPr lang="en-US" dirty="0"/>
              <a:t>Loss - The loss function to be optimized. Common options include </a:t>
            </a:r>
            <a:r>
              <a:rPr lang="en-US" dirty="0" err="1"/>
              <a:t>squared_error</a:t>
            </a:r>
            <a:r>
              <a:rPr lang="en-US" dirty="0"/>
              <a:t>(L2), </a:t>
            </a:r>
            <a:r>
              <a:rPr lang="en-US" dirty="0" err="1"/>
              <a:t>absolute_error</a:t>
            </a:r>
            <a:r>
              <a:rPr lang="en-US" dirty="0"/>
              <a:t>(L1), </a:t>
            </a:r>
            <a:r>
              <a:rPr lang="en-US" dirty="0" err="1"/>
              <a:t>huber</a:t>
            </a:r>
            <a:r>
              <a:rPr lang="en-US" dirty="0"/>
              <a:t>(Combination of L1 and L2)</a:t>
            </a:r>
          </a:p>
          <a:p>
            <a:endParaRPr lang="en-US" dirty="0"/>
          </a:p>
        </p:txBody>
      </p:sp>
    </p:spTree>
    <p:extLst>
      <p:ext uri="{BB962C8B-B14F-4D97-AF65-F5344CB8AC3E}">
        <p14:creationId xmlns:p14="http://schemas.microsoft.com/office/powerpoint/2010/main" val="332802219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1A1721-4BFB-DE56-F76B-E24CEF77BCEF}"/>
              </a:ext>
            </a:extLst>
          </p:cNvPr>
          <p:cNvSpPr>
            <a:spLocks noGrp="1"/>
          </p:cNvSpPr>
          <p:nvPr>
            <p:ph type="title"/>
          </p:nvPr>
        </p:nvSpPr>
        <p:spPr/>
        <p:txBody>
          <a:bodyPr/>
          <a:lstStyle/>
          <a:p>
            <a:pPr algn="ctr"/>
            <a:r>
              <a:rPr lang="en-US" dirty="0"/>
              <a:t>LG Boost Algorithm	</a:t>
            </a:r>
          </a:p>
        </p:txBody>
      </p:sp>
      <p:sp>
        <p:nvSpPr>
          <p:cNvPr id="3" name="Content Placeholder 2">
            <a:extLst>
              <a:ext uri="{FF2B5EF4-FFF2-40B4-BE49-F238E27FC236}">
                <a16:creationId xmlns:a16="http://schemas.microsoft.com/office/drawing/2014/main" id="{349AA0A2-965B-53F6-D2C5-A01E1861B73A}"/>
              </a:ext>
            </a:extLst>
          </p:cNvPr>
          <p:cNvSpPr>
            <a:spLocks noGrp="1"/>
          </p:cNvSpPr>
          <p:nvPr>
            <p:ph idx="1"/>
          </p:nvPr>
        </p:nvSpPr>
        <p:spPr/>
        <p:txBody>
          <a:bodyPr/>
          <a:lstStyle/>
          <a:p>
            <a:r>
              <a:rPr lang="en-US" b="1" dirty="0"/>
              <a:t>Light Gradient Boosting</a:t>
            </a:r>
            <a:r>
              <a:rPr lang="en-US" dirty="0"/>
              <a:t>  is implementation of the gradient boosting decision tree algorithm</a:t>
            </a:r>
          </a:p>
          <a:p>
            <a:r>
              <a:rPr lang="en-US" dirty="0"/>
              <a:t>It is designed for high efficiency and low memory usage, making it effective for large-scale datasets.</a:t>
            </a:r>
          </a:p>
          <a:p>
            <a:r>
              <a:rPr lang="en-US" dirty="0"/>
              <a:t>It builds decision tree models iteratively, where each new tree focuses on reducing the residual errors of the previous trees.</a:t>
            </a:r>
          </a:p>
        </p:txBody>
      </p:sp>
    </p:spTree>
    <p:extLst>
      <p:ext uri="{BB962C8B-B14F-4D97-AF65-F5344CB8AC3E}">
        <p14:creationId xmlns:p14="http://schemas.microsoft.com/office/powerpoint/2010/main" val="61392384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299790-C822-8F93-5665-333DEDDF1FF9}"/>
              </a:ext>
            </a:extLst>
          </p:cNvPr>
          <p:cNvSpPr>
            <a:spLocks noGrp="1"/>
          </p:cNvSpPr>
          <p:nvPr>
            <p:ph type="title"/>
          </p:nvPr>
        </p:nvSpPr>
        <p:spPr/>
        <p:txBody>
          <a:bodyPr/>
          <a:lstStyle/>
          <a:p>
            <a:r>
              <a:rPr lang="en-US" b="1" dirty="0"/>
              <a:t>Key Features</a:t>
            </a:r>
            <a:br>
              <a:rPr lang="en-US" b="1" dirty="0"/>
            </a:br>
            <a:endParaRPr lang="en-US" dirty="0"/>
          </a:p>
        </p:txBody>
      </p:sp>
      <p:sp>
        <p:nvSpPr>
          <p:cNvPr id="3" name="Content Placeholder 2">
            <a:extLst>
              <a:ext uri="{FF2B5EF4-FFF2-40B4-BE49-F238E27FC236}">
                <a16:creationId xmlns:a16="http://schemas.microsoft.com/office/drawing/2014/main" id="{D65132B9-C8FB-D171-0E32-E757F4F88AA2}"/>
              </a:ext>
            </a:extLst>
          </p:cNvPr>
          <p:cNvSpPr>
            <a:spLocks noGrp="1"/>
          </p:cNvSpPr>
          <p:nvPr>
            <p:ph idx="1"/>
          </p:nvPr>
        </p:nvSpPr>
        <p:spPr>
          <a:xfrm>
            <a:off x="838200" y="1477108"/>
            <a:ext cx="10515600" cy="4699855"/>
          </a:xfrm>
        </p:spPr>
        <p:txBody>
          <a:bodyPr>
            <a:normAutofit/>
          </a:bodyPr>
          <a:lstStyle/>
          <a:p>
            <a:r>
              <a:rPr lang="en-US" b="1" dirty="0"/>
              <a:t>Gradient-based Boosting</a:t>
            </a:r>
            <a:r>
              <a:rPr lang="en-US" dirty="0"/>
              <a:t>: Trees are trained sequentially, and each tree aims to minimize a specified loss function</a:t>
            </a:r>
          </a:p>
          <a:p>
            <a:r>
              <a:rPr lang="en-US" b="1" dirty="0"/>
              <a:t>Leaf-wise Tree Growth</a:t>
            </a:r>
            <a:r>
              <a:rPr lang="en-US" dirty="0"/>
              <a:t>: Unlike traditional level-wise tree growth, </a:t>
            </a:r>
            <a:r>
              <a:rPr lang="en-US" dirty="0" err="1"/>
              <a:t>LGBoost</a:t>
            </a:r>
            <a:r>
              <a:rPr lang="en-US" dirty="0"/>
              <a:t> uses a leaf-wise strategy which grows trees by splitting the leaf with the maximum loss reduction. </a:t>
            </a:r>
          </a:p>
          <a:p>
            <a:r>
              <a:rPr lang="en-US" b="1" dirty="0"/>
              <a:t>Regularization</a:t>
            </a:r>
            <a:r>
              <a:rPr lang="en-US" dirty="0"/>
              <a:t>: To prevent overfitting, </a:t>
            </a:r>
            <a:r>
              <a:rPr lang="en-US" dirty="0" err="1"/>
              <a:t>LGBoost</a:t>
            </a:r>
            <a:r>
              <a:rPr lang="en-US" dirty="0"/>
              <a:t> includes regularization parameters such as max depth, min data in leaf, and L1/L2 penalties on leaf values </a:t>
            </a:r>
          </a:p>
        </p:txBody>
      </p:sp>
    </p:spTree>
    <p:extLst>
      <p:ext uri="{BB962C8B-B14F-4D97-AF65-F5344CB8AC3E}">
        <p14:creationId xmlns:p14="http://schemas.microsoft.com/office/powerpoint/2010/main" val="169570429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CD675A-FF0F-F744-4D57-829AD3859A23}"/>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9D0D6A53-3D0C-482F-F84B-6EFFD89F6BDD}"/>
              </a:ext>
            </a:extLst>
          </p:cNvPr>
          <p:cNvSpPr>
            <a:spLocks noGrp="1"/>
          </p:cNvSpPr>
          <p:nvPr>
            <p:ph idx="1"/>
          </p:nvPr>
        </p:nvSpPr>
        <p:spPr/>
        <p:txBody>
          <a:bodyPr/>
          <a:lstStyle/>
          <a:p>
            <a:endParaRPr lang="en-US"/>
          </a:p>
        </p:txBody>
      </p:sp>
      <p:pic>
        <p:nvPicPr>
          <p:cNvPr id="7" name="Picture 6">
            <a:extLst>
              <a:ext uri="{FF2B5EF4-FFF2-40B4-BE49-F238E27FC236}">
                <a16:creationId xmlns:a16="http://schemas.microsoft.com/office/drawing/2014/main" id="{0005C296-E007-14AC-4182-A156215B16F0}"/>
              </a:ext>
            </a:extLst>
          </p:cNvPr>
          <p:cNvPicPr>
            <a:picLocks noChangeAspect="1"/>
          </p:cNvPicPr>
          <p:nvPr/>
        </p:nvPicPr>
        <p:blipFill>
          <a:blip r:embed="rId2"/>
          <a:stretch>
            <a:fillRect/>
          </a:stretch>
        </p:blipFill>
        <p:spPr>
          <a:xfrm>
            <a:off x="1350498" y="1027906"/>
            <a:ext cx="8410615" cy="4351338"/>
          </a:xfrm>
          <a:prstGeom prst="rect">
            <a:avLst/>
          </a:prstGeom>
        </p:spPr>
      </p:pic>
    </p:spTree>
    <p:extLst>
      <p:ext uri="{BB962C8B-B14F-4D97-AF65-F5344CB8AC3E}">
        <p14:creationId xmlns:p14="http://schemas.microsoft.com/office/powerpoint/2010/main" val="143189194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FB4A2F-ACD6-887E-9040-D007DE05D4F5}"/>
              </a:ext>
            </a:extLst>
          </p:cNvPr>
          <p:cNvSpPr>
            <a:spLocks noGrp="1"/>
          </p:cNvSpPr>
          <p:nvPr>
            <p:ph type="title"/>
          </p:nvPr>
        </p:nvSpPr>
        <p:spPr/>
        <p:txBody>
          <a:bodyPr/>
          <a:lstStyle/>
          <a:p>
            <a:r>
              <a:rPr lang="en-US" dirty="0"/>
              <a:t>Implementation</a:t>
            </a:r>
          </a:p>
        </p:txBody>
      </p:sp>
      <p:sp>
        <p:nvSpPr>
          <p:cNvPr id="3" name="Content Placeholder 2">
            <a:extLst>
              <a:ext uri="{FF2B5EF4-FFF2-40B4-BE49-F238E27FC236}">
                <a16:creationId xmlns:a16="http://schemas.microsoft.com/office/drawing/2014/main" id="{A06814E7-A501-6852-63F6-8A982C50381A}"/>
              </a:ext>
            </a:extLst>
          </p:cNvPr>
          <p:cNvSpPr>
            <a:spLocks noGrp="1"/>
          </p:cNvSpPr>
          <p:nvPr>
            <p:ph idx="1"/>
          </p:nvPr>
        </p:nvSpPr>
        <p:spPr/>
        <p:txBody>
          <a:bodyPr>
            <a:normAutofit/>
          </a:bodyPr>
          <a:lstStyle/>
          <a:p>
            <a:r>
              <a:rPr lang="en-US" dirty="0"/>
              <a:t>Install and import the necessary libraries</a:t>
            </a:r>
          </a:p>
          <a:p>
            <a:pPr marL="0" indent="0">
              <a:buNone/>
            </a:pPr>
            <a:r>
              <a:rPr lang="en-US" dirty="0"/>
              <a:t>	!pip install </a:t>
            </a:r>
            <a:r>
              <a:rPr lang="en-US" dirty="0" err="1"/>
              <a:t>lightgbm</a:t>
            </a:r>
            <a:endParaRPr lang="en-US" dirty="0"/>
          </a:p>
          <a:p>
            <a:pPr marL="0" indent="0">
              <a:buNone/>
            </a:pPr>
            <a:r>
              <a:rPr lang="en-US" dirty="0"/>
              <a:t>	from </a:t>
            </a:r>
            <a:r>
              <a:rPr lang="en-US" dirty="0" err="1"/>
              <a:t>lightgbm</a:t>
            </a:r>
            <a:r>
              <a:rPr lang="en-US" dirty="0"/>
              <a:t> import </a:t>
            </a:r>
            <a:r>
              <a:rPr lang="en-US" dirty="0" err="1"/>
              <a:t>LGBMRegressor</a:t>
            </a:r>
            <a:endParaRPr lang="en-US" dirty="0"/>
          </a:p>
          <a:p>
            <a:r>
              <a:rPr lang="en-US" dirty="0"/>
              <a:t>Creating Model</a:t>
            </a:r>
          </a:p>
          <a:p>
            <a:r>
              <a:rPr lang="pt-BR" dirty="0"/>
              <a:t>regressor=</a:t>
            </a:r>
            <a:r>
              <a:rPr lang="en-US" dirty="0" err="1"/>
              <a:t>LGBMRegressor</a:t>
            </a:r>
            <a:r>
              <a:rPr lang="en-US" dirty="0"/>
              <a:t>(objective='</a:t>
            </a:r>
            <a:r>
              <a:rPr lang="en-US" dirty="0" err="1"/>
              <a:t>regression',metric</a:t>
            </a:r>
            <a:r>
              <a:rPr lang="en-US" dirty="0"/>
              <a:t>='</a:t>
            </a:r>
            <a:r>
              <a:rPr lang="en-US" dirty="0" err="1"/>
              <a:t>rmse</a:t>
            </a:r>
            <a:r>
              <a:rPr lang="en-US" dirty="0"/>
              <a:t>’, 				</a:t>
            </a:r>
            <a:r>
              <a:rPr lang="en-US" dirty="0" err="1"/>
              <a:t>num_leaves</a:t>
            </a:r>
            <a:r>
              <a:rPr lang="en-US" dirty="0"/>
              <a:t>=3,learning_rate=0.05, 						</a:t>
            </a:r>
            <a:r>
              <a:rPr lang="en-US" dirty="0" err="1"/>
              <a:t>n_estimators</a:t>
            </a:r>
            <a:r>
              <a:rPr lang="en-US" dirty="0"/>
              <a:t>=100)</a:t>
            </a:r>
            <a:endParaRPr lang="pt-BR" dirty="0"/>
          </a:p>
          <a:p>
            <a:pPr lvl="1"/>
            <a:r>
              <a:rPr lang="pt-BR" dirty="0"/>
              <a:t>regressor.fit(x_train,y_train)</a:t>
            </a:r>
            <a:endParaRPr lang="en-US" dirty="0"/>
          </a:p>
        </p:txBody>
      </p:sp>
    </p:spTree>
    <p:extLst>
      <p:ext uri="{BB962C8B-B14F-4D97-AF65-F5344CB8AC3E}">
        <p14:creationId xmlns:p14="http://schemas.microsoft.com/office/powerpoint/2010/main" val="189851805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80CA37-13B3-CE60-D749-9C28E920142B}"/>
              </a:ext>
            </a:extLst>
          </p:cNvPr>
          <p:cNvSpPr>
            <a:spLocks noGrp="1"/>
          </p:cNvSpPr>
          <p:nvPr>
            <p:ph type="title"/>
          </p:nvPr>
        </p:nvSpPr>
        <p:spPr/>
        <p:txBody>
          <a:bodyPr/>
          <a:lstStyle/>
          <a:p>
            <a:r>
              <a:rPr lang="en-US" dirty="0" err="1"/>
              <a:t>Hypertuning</a:t>
            </a:r>
            <a:r>
              <a:rPr lang="en-US" dirty="0"/>
              <a:t> parameters</a:t>
            </a:r>
          </a:p>
        </p:txBody>
      </p:sp>
      <p:sp>
        <p:nvSpPr>
          <p:cNvPr id="3" name="Content Placeholder 2">
            <a:extLst>
              <a:ext uri="{FF2B5EF4-FFF2-40B4-BE49-F238E27FC236}">
                <a16:creationId xmlns:a16="http://schemas.microsoft.com/office/drawing/2014/main" id="{13C64B3D-A200-388B-58F4-7BAAE474FC82}"/>
              </a:ext>
            </a:extLst>
          </p:cNvPr>
          <p:cNvSpPr>
            <a:spLocks noGrp="1"/>
          </p:cNvSpPr>
          <p:nvPr>
            <p:ph idx="1"/>
          </p:nvPr>
        </p:nvSpPr>
        <p:spPr/>
        <p:txBody>
          <a:bodyPr/>
          <a:lstStyle/>
          <a:p>
            <a:r>
              <a:rPr lang="en-US" b="1" dirty="0" err="1"/>
              <a:t>num_leaves</a:t>
            </a:r>
            <a:r>
              <a:rPr lang="en-US" dirty="0"/>
              <a:t> - Maximum tree leaves for base learners.</a:t>
            </a:r>
          </a:p>
          <a:p>
            <a:r>
              <a:rPr lang="en-US" b="1" dirty="0" err="1"/>
              <a:t>max_depth</a:t>
            </a:r>
            <a:r>
              <a:rPr lang="en-US" dirty="0"/>
              <a:t> - Maximum tree depth for base learners.</a:t>
            </a:r>
          </a:p>
          <a:p>
            <a:r>
              <a:rPr lang="en-US" dirty="0" err="1"/>
              <a:t>l</a:t>
            </a:r>
            <a:r>
              <a:rPr lang="en-US" b="1" dirty="0" err="1"/>
              <a:t>earning_rate</a:t>
            </a:r>
            <a:r>
              <a:rPr lang="en-US" b="1" dirty="0"/>
              <a:t> - </a:t>
            </a:r>
            <a:r>
              <a:rPr lang="en-US" dirty="0"/>
              <a:t>Boosting learning rate</a:t>
            </a:r>
          </a:p>
          <a:p>
            <a:r>
              <a:rPr lang="en-US" b="1" dirty="0" err="1"/>
              <a:t>n_estimators</a:t>
            </a:r>
            <a:r>
              <a:rPr lang="en-US" dirty="0"/>
              <a:t> -Number of boosted trees to fit.</a:t>
            </a:r>
          </a:p>
          <a:p>
            <a:r>
              <a:rPr lang="en-US" b="1" dirty="0"/>
              <a:t>objective</a:t>
            </a:r>
            <a:r>
              <a:rPr lang="en-US" dirty="0"/>
              <a:t> - Specify the learning task and the corresponding learning objective</a:t>
            </a:r>
          </a:p>
          <a:p>
            <a:r>
              <a:rPr lang="en-US" b="1" dirty="0" err="1"/>
              <a:t>class_weight</a:t>
            </a:r>
            <a:r>
              <a:rPr lang="en-US" dirty="0"/>
              <a:t> (</a:t>
            </a:r>
            <a:r>
              <a:rPr lang="en-US" i="1" dirty="0" err="1"/>
              <a:t>dict</a:t>
            </a:r>
            <a:r>
              <a:rPr lang="en-US" i="1" dirty="0"/>
              <a:t>, 'balanced' or None)- </a:t>
            </a:r>
            <a:r>
              <a:rPr lang="en-US" dirty="0"/>
              <a:t>Weights associated with classes </a:t>
            </a:r>
          </a:p>
          <a:p>
            <a:r>
              <a:rPr lang="en-US" b="1" dirty="0"/>
              <a:t>metric</a:t>
            </a:r>
            <a:r>
              <a:rPr lang="en-US" dirty="0"/>
              <a:t>: Evaluation metric (RMSE)</a:t>
            </a:r>
          </a:p>
          <a:p>
            <a:endParaRPr lang="en-US" dirty="0"/>
          </a:p>
        </p:txBody>
      </p:sp>
    </p:spTree>
    <p:extLst>
      <p:ext uri="{BB962C8B-B14F-4D97-AF65-F5344CB8AC3E}">
        <p14:creationId xmlns:p14="http://schemas.microsoft.com/office/powerpoint/2010/main" val="11403191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1119</TotalTime>
  <Words>818</Words>
  <Application>Microsoft Office PowerPoint</Application>
  <PresentationFormat>Widescreen</PresentationFormat>
  <Paragraphs>77</Paragraphs>
  <Slides>16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Arial</vt:lpstr>
      <vt:lpstr>Arial Black</vt:lpstr>
      <vt:lpstr>Calibri</vt:lpstr>
      <vt:lpstr>Calibri Light</vt:lpstr>
      <vt:lpstr>Office Theme</vt:lpstr>
      <vt:lpstr>Boosting Algorithms</vt:lpstr>
      <vt:lpstr>Boosting Algorithm </vt:lpstr>
      <vt:lpstr>Ada Boost</vt:lpstr>
      <vt:lpstr>Calculate weight of each tree</vt:lpstr>
      <vt:lpstr>Implementation</vt:lpstr>
      <vt:lpstr>Hyper Tuning Parameter</vt:lpstr>
      <vt:lpstr>XG Boost Algorithm</vt:lpstr>
      <vt:lpstr>Working Mechanism</vt:lpstr>
      <vt:lpstr>PowerPoint Presentation</vt:lpstr>
      <vt:lpstr>Implementation of XGBoost</vt:lpstr>
      <vt:lpstr>Hyperparameters</vt:lpstr>
      <vt:lpstr>LG Boost Algorithm </vt:lpstr>
      <vt:lpstr>Key Features </vt:lpstr>
      <vt:lpstr>PowerPoint Presentation</vt:lpstr>
      <vt:lpstr>Implementation</vt:lpstr>
      <vt:lpstr>Hypertuning parameters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DELL</dc:creator>
  <cp:lastModifiedBy>DELL</cp:lastModifiedBy>
  <cp:revision>4</cp:revision>
  <dcterms:created xsi:type="dcterms:W3CDTF">2025-10-13T06:26:12Z</dcterms:created>
  <dcterms:modified xsi:type="dcterms:W3CDTF">2025-10-14T01:05:30Z</dcterms:modified>
</cp:coreProperties>
</file>