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9E87-0A2D-D60A-B202-ADC4B0F36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5D079-8A0F-C6FB-B2D7-C7785E5AB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C9E6C-3DFB-7D9A-346C-D1A525E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85B1C-6FD7-856F-8515-93A965D3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EA248-5DC3-B68D-FFDD-1DA0DC4B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3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2ABB-4EB0-7609-769C-C6E3AFA2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86A0A-EF26-9E3F-409B-A0A5A9F0A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F3A56-F5F6-4070-681E-DFC5B6150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E21FF-2C7E-D389-6254-51E8A3E99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01D2F-B118-7BAA-31FF-DDA061DB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BADE-2579-205B-BFBB-83B3F58FD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D0F3-CDDB-07A0-E9B3-512AE2F8D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91ED7-359B-AD8E-B0F4-02443140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91F-4FED-2CC7-7E23-5AC99F90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EF582-879C-3666-1BCD-D73E7367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5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1B55-28FB-34B0-A1FB-D8A876D8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FAB5-DE9C-3386-BB6F-6CD82070C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5A6C-FCDC-4FF2-73FB-4921CDDEA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88EFA-D419-8BDC-9D35-7C7F2800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26B67-78DB-13A5-43F6-A43E9F2A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1A726-A367-3140-8FD4-1359E554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11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FE7F-78A5-8896-6621-751AA787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AFE8F-6171-B7D1-E359-71DF8F8F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42B1F-7492-3CA0-E876-162577D7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6952B-6D66-875B-E950-2D0A786C2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9DF45-9632-8D0E-4F64-8BF1999A3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6C85D-57A6-37A6-B69D-A25FA9DD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73AD1-2F07-F7C2-E4D3-7F444AF7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96F0E-EFC4-0503-C51C-CC22F99D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70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00C1-753C-310F-EDEF-9D8EE2757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7BF40-945A-8939-2BFE-A5D6E45E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B08E8-4DC7-A09A-C9F5-4E5D5532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EA20A-013E-FA6C-2124-9314157A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8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AB39B-2DE4-9524-CE95-A59BE13F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E4531-394F-85FA-1236-05FA78B0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E90B0-7F46-AFD4-17B5-C463FE8B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3C89-BA2F-7336-C547-6FA427E82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C1DF-7FF4-963B-C960-CBBB008B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71074-FB18-7F63-9EDD-C61112A23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0F91D-DB44-5832-C43C-14F2140B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3FEC9-E933-B999-7409-4AE2E59D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A2D7A-C161-A38F-B285-07C154FC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6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633B-F4AA-C312-5A4C-FF7BD8AC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302D6-AF17-AB3A-8983-ED6711925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19951-3006-423B-D54C-FE4D4C273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F291F-F971-1FED-C950-00836436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66A48-E4A6-E1C3-DAC2-C71832DC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755DC-6F6E-D2FC-D47C-42E01B99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3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8A7A-CCF1-8556-BC1E-8090112D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C494C-6D55-1DE5-B828-F5AEB5929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1038F-44AB-F9E7-C052-EE82B9F8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9C4F6-33C3-F1E1-B276-137153A9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BAF8-02E6-88D9-E695-CC5815A5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1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A3BAD-8A76-2061-15FE-FA111580B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3F2F1-A7E1-7DD8-DBD9-B07CAA91A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ACAA9-7A42-EB89-B98F-B2EEB3D9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3A78-59AC-9A10-0CBD-3B7797A1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CD4A-C477-C5CD-17FF-5A88BDE2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8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648BD-0EEB-6DF7-7D4D-316438D4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687BB-9A7E-C9D7-4DA6-2291BE449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0E4D6-2DC7-A10B-BDD4-BA676C76D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1DB49-F076-4546-B9BC-5A8A6C2BAE2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83789-E967-F3ED-98A3-943B53D86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B731D-A55E-8349-8292-1EDC4EB4F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35EBE-7A0F-44B6-85CE-655AB7991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1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E056-6081-FDB9-E254-1F2A80E56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Ridge and Lasso regression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52143-6632-EBF7-A4CA-0D993C4F86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8C5-1D16-3BF5-C4CF-18F244A3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901E-02B4-E767-665B-6D9792652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Ridge regression is a technique to prevent overfitting </a:t>
            </a:r>
          </a:p>
          <a:p>
            <a:r>
              <a:rPr lang="en-US" dirty="0"/>
              <a:t>Overfitting - model that work 100% perfect with train data, but have more error in test data </a:t>
            </a:r>
            <a:r>
              <a:rPr lang="en-US" dirty="0" err="1"/>
              <a:t>ie</a:t>
            </a:r>
            <a:r>
              <a:rPr lang="en-US" dirty="0"/>
              <a:t> high variance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46538-5E9A-5ADC-28E2-E9D81EB5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726" y="3429000"/>
            <a:ext cx="8055711" cy="326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97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8467-515E-6645-E274-5EC608BA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34F9-1D04-8695-0E2C-DB21E3802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prevent this draw a ridge regression line instead of linear regression line</a:t>
            </a:r>
          </a:p>
          <a:p>
            <a:r>
              <a:rPr lang="en-US" dirty="0"/>
              <a:t>By adding penalty to the residual square loss, slope of the linear regression line will be reduced </a:t>
            </a:r>
          </a:p>
          <a:p>
            <a:r>
              <a:rPr lang="en-US" dirty="0"/>
              <a:t>Penalty term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Can be any positive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E9CAD-7F9C-1A3D-7A76-A08AF515B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290" y="4050877"/>
            <a:ext cx="4589237" cy="1337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725C4-666D-F394-1F26-6C01E2F7F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84" y="5678250"/>
            <a:ext cx="329726" cy="46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3AF2-45C4-04CE-2FFB-643B4584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E828F-0C8F-C323-CFDF-6210863BBAC4}"/>
              </a:ext>
            </a:extLst>
          </p:cNvPr>
          <p:cNvSpPr txBox="1"/>
          <p:nvPr/>
        </p:nvSpPr>
        <p:spPr>
          <a:xfrm>
            <a:off x="1505243" y="4825219"/>
            <a:ext cx="7366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adding Penalty term to the y=</a:t>
            </a:r>
            <a:r>
              <a:rPr lang="en-US" dirty="0" err="1"/>
              <a:t>mx+c</a:t>
            </a:r>
            <a:r>
              <a:rPr lang="en-US" dirty="0"/>
              <a:t>, ridge regression line can be drawn </a:t>
            </a:r>
          </a:p>
          <a:p>
            <a:r>
              <a:rPr lang="en-US" dirty="0"/>
              <a:t>Variance has been reduced and overfitting condition also reduced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51E5D2-A1A5-E250-A17A-61E10950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AC67E3-83B0-9874-4508-D14136E1B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692" y="1561515"/>
            <a:ext cx="3067478" cy="301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94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1ABC-336C-DCF7-3775-F0CDDEE5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1206-111F-2FD6-9B16-2BCFD05B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Lasso Regression is a linear regression technique that adds a penalty to the loss function to prevent overfitting. </a:t>
            </a:r>
          </a:p>
          <a:p>
            <a:r>
              <a:rPr lang="en-US" dirty="0"/>
              <a:t>This penalty is based on the </a:t>
            </a:r>
            <a:r>
              <a:rPr lang="en-US" b="1" dirty="0"/>
              <a:t>absolute values</a:t>
            </a:r>
            <a:r>
              <a:rPr lang="en-US" dirty="0"/>
              <a:t> of the coefficients.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7032D0-6AEC-1D0F-9C81-2F55CE05E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11" y="3749744"/>
            <a:ext cx="3296110" cy="104789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55AC85-7501-4FA1-BF49-E46CFFD86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351" y="3345453"/>
            <a:ext cx="3534268" cy="2915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8A14AD-1A5D-1944-7C29-1DF15B7DE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06573"/>
            <a:ext cx="6364458" cy="138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6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37FC-F7BE-BAF9-B4E3-22E833DE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Ridge and Lasso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430601-60D7-497F-3973-50CAA638A8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043766"/>
              </p:ext>
            </p:extLst>
          </p:nvPr>
        </p:nvGraphicFramePr>
        <p:xfrm>
          <a:off x="838200" y="2096086"/>
          <a:ext cx="10650412" cy="377014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40014">
                  <a:extLst>
                    <a:ext uri="{9D8B030D-6E8A-4147-A177-3AD203B41FA5}">
                      <a16:colId xmlns:a16="http://schemas.microsoft.com/office/drawing/2014/main" val="8773238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8402765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33287983"/>
                    </a:ext>
                  </a:extLst>
                </a:gridCol>
              </a:tblGrid>
              <a:tr h="54499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Characteristic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Ridge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Lasso Regression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66010"/>
                  </a:ext>
                </a:extLst>
              </a:tr>
              <a:tr h="1343813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perform feature selection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All predictors are retained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Performs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 feature selection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Less important predictors are completely excluded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605329"/>
                  </a:ext>
                </a:extLst>
              </a:tr>
              <a:tr h="940669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to 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suited for situations where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predictors are potentially relevant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Ideal when you suspect that only a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subset of predictors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important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301415"/>
                  </a:ext>
                </a:extLst>
              </a:tr>
              <a:tr h="940669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Generally faster as it doesn’t involve feature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be slower due to the feature selection process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324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129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2590-0B4F-3C08-7A87-32D6932B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97487-7943-4A04-BA65-CF906C5D4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  <a:p>
            <a:pPr marL="0" indent="0">
              <a:buNone/>
            </a:pPr>
            <a:r>
              <a:rPr lang="en-US" dirty="0"/>
              <a:t>	ridge = </a:t>
            </a:r>
            <a:r>
              <a:rPr lang="en-US" dirty="0" err="1"/>
              <a:t>RidgeRegression</a:t>
            </a:r>
            <a:r>
              <a:rPr lang="en-US" dirty="0"/>
              <a:t>(alpha=1.0)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ridge.fit</a:t>
            </a:r>
            <a:r>
              <a:rPr lang="en-US" dirty="0"/>
              <a:t>(X, y)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Lasso Regression</a:t>
            </a:r>
          </a:p>
          <a:p>
            <a:pPr marL="457200" lvl="1" indent="0">
              <a:buNone/>
            </a:pPr>
            <a:r>
              <a:rPr lang="en-US" dirty="0"/>
              <a:t>	 model = </a:t>
            </a:r>
            <a:r>
              <a:rPr lang="en-US" dirty="0" err="1"/>
              <a:t>LassoRegression</a:t>
            </a:r>
            <a:r>
              <a:rPr lang="en-US" dirty="0"/>
              <a:t>(iterations=1000, </a:t>
            </a:r>
            <a:r>
              <a:rPr lang="en-US" dirty="0" err="1"/>
              <a:t>learning_rate</a:t>
            </a:r>
            <a:r>
              <a:rPr lang="en-US" dirty="0"/>
              <a:t>=0.01, 							l1_penalty=500)</a:t>
            </a:r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9086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0431-D17B-A900-D05C-03704984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13FC-AD0C-D8FD-4378-746B11EB1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5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279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Ridge and Lasso regression Algorithm</vt:lpstr>
      <vt:lpstr>Ridge Regression </vt:lpstr>
      <vt:lpstr>PowerPoint Presentation</vt:lpstr>
      <vt:lpstr>PowerPoint Presentation</vt:lpstr>
      <vt:lpstr>Lasso Regression</vt:lpstr>
      <vt:lpstr>Difference between Ridge and Lasso</vt:lpstr>
      <vt:lpstr>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2025-10-24T04:22:27Z</dcterms:created>
  <dcterms:modified xsi:type="dcterms:W3CDTF">2025-10-26T01:06:37Z</dcterms:modified>
</cp:coreProperties>
</file>